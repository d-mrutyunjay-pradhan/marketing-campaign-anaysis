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" id="{a9c5d45f-c519-bf4c-7ac4-acb621d5ac4d}">
          <p14:sldIdLst>
            <p14:sldId id="257"/>
          </p14:sldIdLst>
        </p14:section>
        <p14:section name="Problem Statement" id="{d962c8f5-305f-968f-4ba5-6313fcc49e80}">
          <p14:sldIdLst>
            <p14:sldId id="258"/>
          </p14:sldIdLst>
        </p14:section>
        <p14:section name="Research Question" id="{c81cdb3e-d661-3a9d-711a-a8c2815d38c8}">
          <p14:sldIdLst>
            <p14:sldId id="259"/>
          </p14:sldIdLst>
        </p14:section>
        <p14:section name="Data Overview" id="{9aa36495-d1a2-1d65-7cc2-fe2bfffefce3}">
          <p14:sldIdLst>
            <p14:sldId id="260"/>
          </p14:sldIdLst>
        </p14:section>
        <p14:section name="Methodology" id="{0d62b0ca-d1ba-938a-d044-ec3b2ad32075}">
          <p14:sldIdLst>
            <p14:sldId id="261"/>
          </p14:sldIdLst>
        </p14:section>
        <p14:section name="Analysis &amp; Findings" id="{6657a00f-e545-8791-4198-44e9626f7e0f}">
          <p14:sldIdLst>
            <p14:sldId id="262"/>
          </p14:sldIdLst>
        </p14:section>
        <p14:section name="Hypothesis Testing" id="{0e2cfa00-4ce9-2c21-d0bf-f275de82a5b4}">
          <p14:sldIdLst>
            <p14:sldId id="263"/>
          </p14:sldIdLst>
        </p14:section>
        <p14:section name="Regression Analysis" id="{4e893d69-98dd-aea7-9182-76c5a52e6ccd}">
          <p14:sldIdLst>
            <p14:sldId id="264"/>
          </p14:sldIdLst>
        </p14:section>
        <p14:section name="Time Series Analysis" id="{dd3193e1-199e-a376-b6d0-decd2cfcd0af}">
          <p14:sldIdLst>
            <p14:sldId id="265"/>
          </p14:sldIdLst>
        </p14:section>
        <p14:section name="Recommendations" id="{7f0269b9-7b33-f829-3c60-21de3b88b9eb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2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22B"/>
                </a:solidFill>
                <a:latin typeface="+mn-lt"/>
              </a:rPr>
              <a:t>Days by daily conversions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rgbClr val="0398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2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Under 6</c:v>
                  </c:pt>
                  <c:pt idx="1">
                    <c:v>6–10</c:v>
                  </c:pt>
                  <c:pt idx="2">
                    <c:v>11–15</c:v>
                  </c:pt>
                  <c:pt idx="3">
                    <c:v>Over 15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128</c:v>
                </c:pt>
                <c:pt idx="2">
                  <c:v>189</c:v>
                </c:pt>
                <c:pt idx="3">
                  <c:v>47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AdWords</c:v>
                </c:pt>
              </c:strCache>
            </c:strRef>
          </c:tx>
          <c:spPr>
            <a:solidFill>
              <a:srgbClr val="A6237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2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Under 6</c:v>
                  </c:pt>
                  <c:pt idx="1">
                    <c:v>6–10</c:v>
                  </c:pt>
                  <c:pt idx="2">
                    <c:v>11–15</c:v>
                  </c:pt>
                  <c:pt idx="3">
                    <c:v>Over 15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156</c:v>
                </c:pt>
                <c:pt idx="1">
                  <c:v>209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22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022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2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22B"/>
                </a:solidFill>
                <a:latin typeface="+mn-lt"/>
              </a:rPr>
              <a:t>Average conversions per day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conversions per day</c:v>
                </c:pt>
              </c:strCache>
            </c:strRef>
          </c:tx>
          <c:spPr>
            <a:solidFill>
              <a:srgbClr val="0398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022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398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62372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Facebook</c:v>
                  </c:pt>
                  <c:pt idx="1">
                    <c:v>AdWords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11.74</c:v>
                </c:pt>
                <c:pt idx="1">
                  <c:v>5.98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022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2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22B"/>
                </a:solidFill>
                <a:latin typeface="+mn-lt"/>
              </a:rPr>
              <a:t>Facebook: clicks vs conversions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conversions</c:v>
                </c:pt>
              </c:strCache>
            </c:strRef>
          </c:tx>
          <c:spPr>
            <a:solidFill>
              <a:srgbClr val="03989E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3989E"/>
              </a:solidFill>
              <a:ln w="9525" cap="flat">
                <a:solidFill>
                  <a:srgbClr val="03989E"/>
                </a:solidFill>
                <a:prstDash val="solid"/>
                <a:round/>
              </a:ln>
              <a:effectLst/>
            </c:spPr>
          </c:marker>
          <c:xVal>
            <c:numRef>
              <c:f>Sheet1!$A$2:$A$366</c:f>
              <c:numCache>
                <c:formatCode>General</c:formatCode>
                <c:ptCount val="365"/>
                <c:pt idx="0">
                  <c:v>18</c:v>
                </c:pt>
                <c:pt idx="1">
                  <c:v>36</c:v>
                </c:pt>
                <c:pt idx="2">
                  <c:v>26</c:v>
                </c:pt>
                <c:pt idx="3">
                  <c:v>27</c:v>
                </c:pt>
                <c:pt idx="4">
                  <c:v>15</c:v>
                </c:pt>
                <c:pt idx="5">
                  <c:v>37</c:v>
                </c:pt>
                <c:pt idx="6">
                  <c:v>49</c:v>
                </c:pt>
                <c:pt idx="7">
                  <c:v>49</c:v>
                </c:pt>
                <c:pt idx="8">
                  <c:v>36</c:v>
                </c:pt>
                <c:pt idx="9">
                  <c:v>41</c:v>
                </c:pt>
                <c:pt idx="10">
                  <c:v>51</c:v>
                </c:pt>
                <c:pt idx="11">
                  <c:v>56</c:v>
                </c:pt>
                <c:pt idx="12">
                  <c:v>48</c:v>
                </c:pt>
                <c:pt idx="13">
                  <c:v>42</c:v>
                </c:pt>
                <c:pt idx="14">
                  <c:v>56</c:v>
                </c:pt>
                <c:pt idx="15">
                  <c:v>31</c:v>
                </c:pt>
                <c:pt idx="16">
                  <c:v>28</c:v>
                </c:pt>
                <c:pt idx="17">
                  <c:v>40</c:v>
                </c:pt>
                <c:pt idx="18">
                  <c:v>30</c:v>
                </c:pt>
                <c:pt idx="19">
                  <c:v>50</c:v>
                </c:pt>
                <c:pt idx="20">
                  <c:v>33</c:v>
                </c:pt>
                <c:pt idx="21">
                  <c:v>46</c:v>
                </c:pt>
                <c:pt idx="22">
                  <c:v>28</c:v>
                </c:pt>
                <c:pt idx="23">
                  <c:v>43</c:v>
                </c:pt>
                <c:pt idx="24">
                  <c:v>52</c:v>
                </c:pt>
                <c:pt idx="25">
                  <c:v>24</c:v>
                </c:pt>
                <c:pt idx="26">
                  <c:v>45</c:v>
                </c:pt>
                <c:pt idx="27">
                  <c:v>55</c:v>
                </c:pt>
                <c:pt idx="28">
                  <c:v>43</c:v>
                </c:pt>
                <c:pt idx="29">
                  <c:v>28</c:v>
                </c:pt>
                <c:pt idx="30">
                  <c:v>31</c:v>
                </c:pt>
                <c:pt idx="31">
                  <c:v>25</c:v>
                </c:pt>
                <c:pt idx="32">
                  <c:v>26</c:v>
                </c:pt>
                <c:pt idx="33">
                  <c:v>25</c:v>
                </c:pt>
                <c:pt idx="34">
                  <c:v>56</c:v>
                </c:pt>
                <c:pt idx="35">
                  <c:v>41</c:v>
                </c:pt>
                <c:pt idx="36">
                  <c:v>34</c:v>
                </c:pt>
                <c:pt idx="37">
                  <c:v>31</c:v>
                </c:pt>
                <c:pt idx="38">
                  <c:v>41</c:v>
                </c:pt>
                <c:pt idx="39">
                  <c:v>41</c:v>
                </c:pt>
                <c:pt idx="40">
                  <c:v>35</c:v>
                </c:pt>
                <c:pt idx="41">
                  <c:v>29</c:v>
                </c:pt>
                <c:pt idx="42">
                  <c:v>54</c:v>
                </c:pt>
                <c:pt idx="43">
                  <c:v>40</c:v>
                </c:pt>
                <c:pt idx="44">
                  <c:v>31</c:v>
                </c:pt>
                <c:pt idx="45">
                  <c:v>42</c:v>
                </c:pt>
                <c:pt idx="46">
                  <c:v>26</c:v>
                </c:pt>
                <c:pt idx="47">
                  <c:v>31</c:v>
                </c:pt>
                <c:pt idx="48">
                  <c:v>31</c:v>
                </c:pt>
                <c:pt idx="49">
                  <c:v>48</c:v>
                </c:pt>
                <c:pt idx="50">
                  <c:v>34</c:v>
                </c:pt>
                <c:pt idx="51">
                  <c:v>32</c:v>
                </c:pt>
                <c:pt idx="52">
                  <c:v>48</c:v>
                </c:pt>
                <c:pt idx="53">
                  <c:v>28</c:v>
                </c:pt>
                <c:pt idx="54">
                  <c:v>51</c:v>
                </c:pt>
                <c:pt idx="55">
                  <c:v>44</c:v>
                </c:pt>
                <c:pt idx="56">
                  <c:v>35</c:v>
                </c:pt>
                <c:pt idx="57">
                  <c:v>55</c:v>
                </c:pt>
                <c:pt idx="58">
                  <c:v>54</c:v>
                </c:pt>
                <c:pt idx="59">
                  <c:v>46</c:v>
                </c:pt>
                <c:pt idx="60">
                  <c:v>57</c:v>
                </c:pt>
                <c:pt idx="61">
                  <c:v>28</c:v>
                </c:pt>
                <c:pt idx="62">
                  <c:v>40</c:v>
                </c:pt>
                <c:pt idx="63">
                  <c:v>43</c:v>
                </c:pt>
                <c:pt idx="64">
                  <c:v>51</c:v>
                </c:pt>
                <c:pt idx="65">
                  <c:v>44</c:v>
                </c:pt>
                <c:pt idx="66">
                  <c:v>24</c:v>
                </c:pt>
                <c:pt idx="67">
                  <c:v>29</c:v>
                </c:pt>
                <c:pt idx="68">
                  <c:v>22</c:v>
                </c:pt>
                <c:pt idx="69">
                  <c:v>59</c:v>
                </c:pt>
                <c:pt idx="70">
                  <c:v>43</c:v>
                </c:pt>
                <c:pt idx="71">
                  <c:v>61</c:v>
                </c:pt>
                <c:pt idx="72">
                  <c:v>54</c:v>
                </c:pt>
                <c:pt idx="73">
                  <c:v>39</c:v>
                </c:pt>
                <c:pt idx="74">
                  <c:v>33</c:v>
                </c:pt>
                <c:pt idx="75">
                  <c:v>32</c:v>
                </c:pt>
                <c:pt idx="76">
                  <c:v>59</c:v>
                </c:pt>
                <c:pt idx="77">
                  <c:v>28</c:v>
                </c:pt>
                <c:pt idx="78">
                  <c:v>37</c:v>
                </c:pt>
                <c:pt idx="79">
                  <c:v>48</c:v>
                </c:pt>
                <c:pt idx="80">
                  <c:v>35</c:v>
                </c:pt>
                <c:pt idx="81">
                  <c:v>36</c:v>
                </c:pt>
                <c:pt idx="82">
                  <c:v>54</c:v>
                </c:pt>
                <c:pt idx="83">
                  <c:v>41</c:v>
                </c:pt>
                <c:pt idx="84">
                  <c:v>40</c:v>
                </c:pt>
                <c:pt idx="85">
                  <c:v>36</c:v>
                </c:pt>
                <c:pt idx="86">
                  <c:v>39</c:v>
                </c:pt>
                <c:pt idx="87">
                  <c:v>25</c:v>
                </c:pt>
                <c:pt idx="88">
                  <c:v>41</c:v>
                </c:pt>
                <c:pt idx="89">
                  <c:v>42</c:v>
                </c:pt>
                <c:pt idx="90">
                  <c:v>30</c:v>
                </c:pt>
                <c:pt idx="91">
                  <c:v>39</c:v>
                </c:pt>
                <c:pt idx="92">
                  <c:v>34</c:v>
                </c:pt>
                <c:pt idx="93">
                  <c:v>52</c:v>
                </c:pt>
                <c:pt idx="94">
                  <c:v>53</c:v>
                </c:pt>
                <c:pt idx="95">
                  <c:v>35</c:v>
                </c:pt>
                <c:pt idx="96">
                  <c:v>44</c:v>
                </c:pt>
                <c:pt idx="97">
                  <c:v>26</c:v>
                </c:pt>
                <c:pt idx="98">
                  <c:v>40</c:v>
                </c:pt>
                <c:pt idx="99">
                  <c:v>57</c:v>
                </c:pt>
                <c:pt idx="100">
                  <c:v>36</c:v>
                </c:pt>
                <c:pt idx="101">
                  <c:v>22</c:v>
                </c:pt>
                <c:pt idx="102">
                  <c:v>43</c:v>
                </c:pt>
                <c:pt idx="103">
                  <c:v>57</c:v>
                </c:pt>
                <c:pt idx="104">
                  <c:v>39</c:v>
                </c:pt>
                <c:pt idx="105">
                  <c:v>36</c:v>
                </c:pt>
                <c:pt idx="106">
                  <c:v>58</c:v>
                </c:pt>
                <c:pt idx="107">
                  <c:v>36</c:v>
                </c:pt>
                <c:pt idx="108">
                  <c:v>33</c:v>
                </c:pt>
                <c:pt idx="109">
                  <c:v>43</c:v>
                </c:pt>
                <c:pt idx="110">
                  <c:v>62</c:v>
                </c:pt>
                <c:pt idx="111">
                  <c:v>45</c:v>
                </c:pt>
                <c:pt idx="112">
                  <c:v>51</c:v>
                </c:pt>
                <c:pt idx="113">
                  <c:v>19</c:v>
                </c:pt>
                <c:pt idx="114">
                  <c:v>39</c:v>
                </c:pt>
                <c:pt idx="115">
                  <c:v>59</c:v>
                </c:pt>
                <c:pt idx="116">
                  <c:v>53</c:v>
                </c:pt>
                <c:pt idx="117">
                  <c:v>36</c:v>
                </c:pt>
                <c:pt idx="118">
                  <c:v>31</c:v>
                </c:pt>
                <c:pt idx="119">
                  <c:v>21</c:v>
                </c:pt>
                <c:pt idx="120">
                  <c:v>52</c:v>
                </c:pt>
                <c:pt idx="121">
                  <c:v>54</c:v>
                </c:pt>
                <c:pt idx="122">
                  <c:v>35</c:v>
                </c:pt>
                <c:pt idx="123">
                  <c:v>48</c:v>
                </c:pt>
                <c:pt idx="124">
                  <c:v>53</c:v>
                </c:pt>
                <c:pt idx="125">
                  <c:v>25</c:v>
                </c:pt>
                <c:pt idx="126">
                  <c:v>25</c:v>
                </c:pt>
                <c:pt idx="127">
                  <c:v>58</c:v>
                </c:pt>
                <c:pt idx="128">
                  <c:v>41</c:v>
                </c:pt>
                <c:pt idx="129">
                  <c:v>47</c:v>
                </c:pt>
                <c:pt idx="130">
                  <c:v>34</c:v>
                </c:pt>
                <c:pt idx="131">
                  <c:v>42</c:v>
                </c:pt>
                <c:pt idx="132">
                  <c:v>33</c:v>
                </c:pt>
                <c:pt idx="133">
                  <c:v>54</c:v>
                </c:pt>
                <c:pt idx="134">
                  <c:v>44</c:v>
                </c:pt>
                <c:pt idx="135">
                  <c:v>50</c:v>
                </c:pt>
                <c:pt idx="136">
                  <c:v>59</c:v>
                </c:pt>
                <c:pt idx="137">
                  <c:v>23</c:v>
                </c:pt>
                <c:pt idx="138">
                  <c:v>59</c:v>
                </c:pt>
                <c:pt idx="139">
                  <c:v>36</c:v>
                </c:pt>
                <c:pt idx="140">
                  <c:v>42</c:v>
                </c:pt>
                <c:pt idx="141">
                  <c:v>29</c:v>
                </c:pt>
                <c:pt idx="142">
                  <c:v>26</c:v>
                </c:pt>
                <c:pt idx="143">
                  <c:v>23</c:v>
                </c:pt>
                <c:pt idx="144">
                  <c:v>48</c:v>
                </c:pt>
                <c:pt idx="145">
                  <c:v>46</c:v>
                </c:pt>
                <c:pt idx="146">
                  <c:v>37</c:v>
                </c:pt>
                <c:pt idx="147">
                  <c:v>36</c:v>
                </c:pt>
                <c:pt idx="148">
                  <c:v>37</c:v>
                </c:pt>
                <c:pt idx="149">
                  <c:v>41</c:v>
                </c:pt>
                <c:pt idx="150">
                  <c:v>23</c:v>
                </c:pt>
                <c:pt idx="151">
                  <c:v>40</c:v>
                </c:pt>
                <c:pt idx="152">
                  <c:v>35</c:v>
                </c:pt>
                <c:pt idx="153">
                  <c:v>61</c:v>
                </c:pt>
                <c:pt idx="154">
                  <c:v>36</c:v>
                </c:pt>
                <c:pt idx="155">
                  <c:v>48</c:v>
                </c:pt>
                <c:pt idx="156">
                  <c:v>22</c:v>
                </c:pt>
                <c:pt idx="157">
                  <c:v>46</c:v>
                </c:pt>
                <c:pt idx="158">
                  <c:v>56</c:v>
                </c:pt>
                <c:pt idx="159">
                  <c:v>35</c:v>
                </c:pt>
                <c:pt idx="160">
                  <c:v>29</c:v>
                </c:pt>
                <c:pt idx="161">
                  <c:v>44</c:v>
                </c:pt>
                <c:pt idx="162">
                  <c:v>40</c:v>
                </c:pt>
                <c:pt idx="163">
                  <c:v>50</c:v>
                </c:pt>
                <c:pt idx="164">
                  <c:v>31</c:v>
                </c:pt>
                <c:pt idx="165">
                  <c:v>33</c:v>
                </c:pt>
                <c:pt idx="166">
                  <c:v>39</c:v>
                </c:pt>
                <c:pt idx="167">
                  <c:v>54</c:v>
                </c:pt>
                <c:pt idx="168">
                  <c:v>54</c:v>
                </c:pt>
                <c:pt idx="169">
                  <c:v>30</c:v>
                </c:pt>
                <c:pt idx="170">
                  <c:v>58</c:v>
                </c:pt>
                <c:pt idx="171">
                  <c:v>36</c:v>
                </c:pt>
                <c:pt idx="172">
                  <c:v>34</c:v>
                </c:pt>
                <c:pt idx="173">
                  <c:v>33</c:v>
                </c:pt>
                <c:pt idx="174">
                  <c:v>53</c:v>
                </c:pt>
                <c:pt idx="175">
                  <c:v>48</c:v>
                </c:pt>
                <c:pt idx="176">
                  <c:v>40</c:v>
                </c:pt>
                <c:pt idx="177">
                  <c:v>39</c:v>
                </c:pt>
                <c:pt idx="178">
                  <c:v>34</c:v>
                </c:pt>
                <c:pt idx="179">
                  <c:v>46</c:v>
                </c:pt>
                <c:pt idx="180">
                  <c:v>55</c:v>
                </c:pt>
                <c:pt idx="181">
                  <c:v>42</c:v>
                </c:pt>
                <c:pt idx="182">
                  <c:v>31</c:v>
                </c:pt>
                <c:pt idx="183">
                  <c:v>30</c:v>
                </c:pt>
                <c:pt idx="184">
                  <c:v>47</c:v>
                </c:pt>
                <c:pt idx="185">
                  <c:v>40</c:v>
                </c:pt>
                <c:pt idx="186">
                  <c:v>33</c:v>
                </c:pt>
                <c:pt idx="187">
                  <c:v>46</c:v>
                </c:pt>
                <c:pt idx="188">
                  <c:v>53</c:v>
                </c:pt>
                <c:pt idx="189">
                  <c:v>39</c:v>
                </c:pt>
                <c:pt idx="190">
                  <c:v>56</c:v>
                </c:pt>
                <c:pt idx="191">
                  <c:v>55</c:v>
                </c:pt>
                <c:pt idx="192">
                  <c:v>39</c:v>
                </c:pt>
                <c:pt idx="193">
                  <c:v>50</c:v>
                </c:pt>
                <c:pt idx="194">
                  <c:v>27</c:v>
                </c:pt>
                <c:pt idx="195">
                  <c:v>65</c:v>
                </c:pt>
                <c:pt idx="196">
                  <c:v>54</c:v>
                </c:pt>
                <c:pt idx="197">
                  <c:v>56</c:v>
                </c:pt>
                <c:pt idx="198">
                  <c:v>36</c:v>
                </c:pt>
                <c:pt idx="199">
                  <c:v>30</c:v>
                </c:pt>
                <c:pt idx="200">
                  <c:v>62</c:v>
                </c:pt>
                <c:pt idx="201">
                  <c:v>36</c:v>
                </c:pt>
                <c:pt idx="202">
                  <c:v>54</c:v>
                </c:pt>
                <c:pt idx="203">
                  <c:v>60</c:v>
                </c:pt>
                <c:pt idx="204">
                  <c:v>49</c:v>
                </c:pt>
                <c:pt idx="205">
                  <c:v>64</c:v>
                </c:pt>
                <c:pt idx="206">
                  <c:v>42</c:v>
                </c:pt>
                <c:pt idx="207">
                  <c:v>60</c:v>
                </c:pt>
                <c:pt idx="208">
                  <c:v>40</c:v>
                </c:pt>
                <c:pt idx="209">
                  <c:v>38</c:v>
                </c:pt>
                <c:pt idx="210">
                  <c:v>46</c:v>
                </c:pt>
                <c:pt idx="211">
                  <c:v>51</c:v>
                </c:pt>
                <c:pt idx="212">
                  <c:v>66</c:v>
                </c:pt>
                <c:pt idx="213">
                  <c:v>53</c:v>
                </c:pt>
                <c:pt idx="214">
                  <c:v>35</c:v>
                </c:pt>
                <c:pt idx="215">
                  <c:v>23</c:v>
                </c:pt>
                <c:pt idx="216">
                  <c:v>33</c:v>
                </c:pt>
                <c:pt idx="217">
                  <c:v>55</c:v>
                </c:pt>
                <c:pt idx="218">
                  <c:v>58</c:v>
                </c:pt>
                <c:pt idx="219">
                  <c:v>36</c:v>
                </c:pt>
                <c:pt idx="220">
                  <c:v>42</c:v>
                </c:pt>
                <c:pt idx="221">
                  <c:v>52</c:v>
                </c:pt>
                <c:pt idx="222">
                  <c:v>35</c:v>
                </c:pt>
                <c:pt idx="223">
                  <c:v>34</c:v>
                </c:pt>
                <c:pt idx="224">
                  <c:v>45</c:v>
                </c:pt>
                <c:pt idx="225">
                  <c:v>26</c:v>
                </c:pt>
                <c:pt idx="226">
                  <c:v>23</c:v>
                </c:pt>
                <c:pt idx="227">
                  <c:v>56</c:v>
                </c:pt>
                <c:pt idx="228">
                  <c:v>47</c:v>
                </c:pt>
                <c:pt idx="229">
                  <c:v>51</c:v>
                </c:pt>
                <c:pt idx="230">
                  <c:v>34</c:v>
                </c:pt>
                <c:pt idx="231">
                  <c:v>59</c:v>
                </c:pt>
                <c:pt idx="232">
                  <c:v>41</c:v>
                </c:pt>
                <c:pt idx="233">
                  <c:v>40</c:v>
                </c:pt>
                <c:pt idx="234">
                  <c:v>35</c:v>
                </c:pt>
                <c:pt idx="235">
                  <c:v>40</c:v>
                </c:pt>
                <c:pt idx="236">
                  <c:v>29</c:v>
                </c:pt>
                <c:pt idx="237">
                  <c:v>28</c:v>
                </c:pt>
                <c:pt idx="238">
                  <c:v>51</c:v>
                </c:pt>
                <c:pt idx="239">
                  <c:v>41</c:v>
                </c:pt>
                <c:pt idx="240">
                  <c:v>32</c:v>
                </c:pt>
                <c:pt idx="241">
                  <c:v>39</c:v>
                </c:pt>
                <c:pt idx="242">
                  <c:v>63</c:v>
                </c:pt>
                <c:pt idx="243">
                  <c:v>42</c:v>
                </c:pt>
                <c:pt idx="244">
                  <c:v>51</c:v>
                </c:pt>
                <c:pt idx="245">
                  <c:v>29</c:v>
                </c:pt>
                <c:pt idx="246">
                  <c:v>63</c:v>
                </c:pt>
                <c:pt idx="247">
                  <c:v>33</c:v>
                </c:pt>
                <c:pt idx="248">
                  <c:v>56</c:v>
                </c:pt>
                <c:pt idx="249">
                  <c:v>54</c:v>
                </c:pt>
                <c:pt idx="250">
                  <c:v>37</c:v>
                </c:pt>
                <c:pt idx="251">
                  <c:v>60</c:v>
                </c:pt>
                <c:pt idx="252">
                  <c:v>56</c:v>
                </c:pt>
                <c:pt idx="253">
                  <c:v>65</c:v>
                </c:pt>
                <c:pt idx="254">
                  <c:v>33</c:v>
                </c:pt>
                <c:pt idx="255">
                  <c:v>40</c:v>
                </c:pt>
                <c:pt idx="256">
                  <c:v>44</c:v>
                </c:pt>
                <c:pt idx="257">
                  <c:v>30</c:v>
                </c:pt>
                <c:pt idx="258">
                  <c:v>43</c:v>
                </c:pt>
                <c:pt idx="259">
                  <c:v>56</c:v>
                </c:pt>
                <c:pt idx="260">
                  <c:v>53</c:v>
                </c:pt>
                <c:pt idx="261">
                  <c:v>57</c:v>
                </c:pt>
                <c:pt idx="262">
                  <c:v>57</c:v>
                </c:pt>
                <c:pt idx="263">
                  <c:v>38</c:v>
                </c:pt>
                <c:pt idx="264">
                  <c:v>36</c:v>
                </c:pt>
                <c:pt idx="265">
                  <c:v>34</c:v>
                </c:pt>
                <c:pt idx="266">
                  <c:v>36</c:v>
                </c:pt>
                <c:pt idx="267">
                  <c:v>47</c:v>
                </c:pt>
                <c:pt idx="268">
                  <c:v>57</c:v>
                </c:pt>
                <c:pt idx="269">
                  <c:v>62</c:v>
                </c:pt>
                <c:pt idx="270">
                  <c:v>30</c:v>
                </c:pt>
                <c:pt idx="271">
                  <c:v>61</c:v>
                </c:pt>
                <c:pt idx="272">
                  <c:v>52</c:v>
                </c:pt>
                <c:pt idx="273">
                  <c:v>62</c:v>
                </c:pt>
                <c:pt idx="274">
                  <c:v>56</c:v>
                </c:pt>
                <c:pt idx="275">
                  <c:v>58</c:v>
                </c:pt>
                <c:pt idx="276">
                  <c:v>69</c:v>
                </c:pt>
                <c:pt idx="277">
                  <c:v>57</c:v>
                </c:pt>
                <c:pt idx="278">
                  <c:v>25</c:v>
                </c:pt>
                <c:pt idx="279">
                  <c:v>35</c:v>
                </c:pt>
                <c:pt idx="280">
                  <c:v>42</c:v>
                </c:pt>
                <c:pt idx="281">
                  <c:v>55</c:v>
                </c:pt>
                <c:pt idx="282">
                  <c:v>36</c:v>
                </c:pt>
                <c:pt idx="283">
                  <c:v>28</c:v>
                </c:pt>
                <c:pt idx="284">
                  <c:v>39</c:v>
                </c:pt>
                <c:pt idx="285">
                  <c:v>36</c:v>
                </c:pt>
                <c:pt idx="286">
                  <c:v>58</c:v>
                </c:pt>
                <c:pt idx="287">
                  <c:v>44</c:v>
                </c:pt>
                <c:pt idx="288">
                  <c:v>51</c:v>
                </c:pt>
                <c:pt idx="289">
                  <c:v>46</c:v>
                </c:pt>
                <c:pt idx="290">
                  <c:v>51</c:v>
                </c:pt>
                <c:pt idx="291">
                  <c:v>53</c:v>
                </c:pt>
                <c:pt idx="292">
                  <c:v>49</c:v>
                </c:pt>
                <c:pt idx="293">
                  <c:v>65</c:v>
                </c:pt>
                <c:pt idx="294">
                  <c:v>63</c:v>
                </c:pt>
                <c:pt idx="295">
                  <c:v>70</c:v>
                </c:pt>
                <c:pt idx="296">
                  <c:v>43</c:v>
                </c:pt>
                <c:pt idx="297">
                  <c:v>46</c:v>
                </c:pt>
                <c:pt idx="298">
                  <c:v>62</c:v>
                </c:pt>
                <c:pt idx="299">
                  <c:v>56</c:v>
                </c:pt>
                <c:pt idx="300">
                  <c:v>54</c:v>
                </c:pt>
                <c:pt idx="301">
                  <c:v>34</c:v>
                </c:pt>
                <c:pt idx="302">
                  <c:v>64</c:v>
                </c:pt>
                <c:pt idx="303">
                  <c:v>64</c:v>
                </c:pt>
                <c:pt idx="304">
                  <c:v>71</c:v>
                </c:pt>
                <c:pt idx="305">
                  <c:v>28</c:v>
                </c:pt>
                <c:pt idx="306">
                  <c:v>39</c:v>
                </c:pt>
                <c:pt idx="307">
                  <c:v>53</c:v>
                </c:pt>
                <c:pt idx="308">
                  <c:v>35</c:v>
                </c:pt>
                <c:pt idx="309">
                  <c:v>46</c:v>
                </c:pt>
                <c:pt idx="310">
                  <c:v>33</c:v>
                </c:pt>
                <c:pt idx="311">
                  <c:v>40</c:v>
                </c:pt>
                <c:pt idx="312">
                  <c:v>38</c:v>
                </c:pt>
                <c:pt idx="313">
                  <c:v>57</c:v>
                </c:pt>
                <c:pt idx="314">
                  <c:v>65</c:v>
                </c:pt>
                <c:pt idx="315">
                  <c:v>61</c:v>
                </c:pt>
                <c:pt idx="316">
                  <c:v>43</c:v>
                </c:pt>
                <c:pt idx="317">
                  <c:v>48</c:v>
                </c:pt>
                <c:pt idx="318">
                  <c:v>64</c:v>
                </c:pt>
                <c:pt idx="319">
                  <c:v>37</c:v>
                </c:pt>
                <c:pt idx="320">
                  <c:v>51</c:v>
                </c:pt>
                <c:pt idx="321">
                  <c:v>59</c:v>
                </c:pt>
                <c:pt idx="322">
                  <c:v>59</c:v>
                </c:pt>
                <c:pt idx="323">
                  <c:v>34</c:v>
                </c:pt>
                <c:pt idx="324">
                  <c:v>57</c:v>
                </c:pt>
                <c:pt idx="325">
                  <c:v>36</c:v>
                </c:pt>
                <c:pt idx="326">
                  <c:v>57</c:v>
                </c:pt>
                <c:pt idx="327">
                  <c:v>55</c:v>
                </c:pt>
                <c:pt idx="328">
                  <c:v>32</c:v>
                </c:pt>
                <c:pt idx="329">
                  <c:v>56</c:v>
                </c:pt>
                <c:pt idx="330">
                  <c:v>68</c:v>
                </c:pt>
                <c:pt idx="331">
                  <c:v>49</c:v>
                </c:pt>
                <c:pt idx="332">
                  <c:v>40</c:v>
                </c:pt>
                <c:pt idx="333">
                  <c:v>56</c:v>
                </c:pt>
                <c:pt idx="334">
                  <c:v>59</c:v>
                </c:pt>
                <c:pt idx="335">
                  <c:v>37</c:v>
                </c:pt>
                <c:pt idx="336">
                  <c:v>67</c:v>
                </c:pt>
                <c:pt idx="337">
                  <c:v>36</c:v>
                </c:pt>
                <c:pt idx="338">
                  <c:v>33</c:v>
                </c:pt>
                <c:pt idx="339">
                  <c:v>37</c:v>
                </c:pt>
                <c:pt idx="340">
                  <c:v>45</c:v>
                </c:pt>
                <c:pt idx="341">
                  <c:v>67</c:v>
                </c:pt>
                <c:pt idx="342">
                  <c:v>36</c:v>
                </c:pt>
                <c:pt idx="343">
                  <c:v>67</c:v>
                </c:pt>
                <c:pt idx="344">
                  <c:v>61</c:v>
                </c:pt>
                <c:pt idx="345">
                  <c:v>53</c:v>
                </c:pt>
                <c:pt idx="346">
                  <c:v>64</c:v>
                </c:pt>
                <c:pt idx="347">
                  <c:v>46</c:v>
                </c:pt>
                <c:pt idx="348">
                  <c:v>45</c:v>
                </c:pt>
                <c:pt idx="349">
                  <c:v>72</c:v>
                </c:pt>
                <c:pt idx="350">
                  <c:v>40</c:v>
                </c:pt>
                <c:pt idx="351">
                  <c:v>54</c:v>
                </c:pt>
                <c:pt idx="352">
                  <c:v>58</c:v>
                </c:pt>
                <c:pt idx="353">
                  <c:v>39</c:v>
                </c:pt>
                <c:pt idx="354">
                  <c:v>62</c:v>
                </c:pt>
                <c:pt idx="355">
                  <c:v>73</c:v>
                </c:pt>
                <c:pt idx="356">
                  <c:v>48</c:v>
                </c:pt>
                <c:pt idx="357">
                  <c:v>63</c:v>
                </c:pt>
                <c:pt idx="358">
                  <c:v>63</c:v>
                </c:pt>
                <c:pt idx="359">
                  <c:v>33</c:v>
                </c:pt>
                <c:pt idx="360">
                  <c:v>51</c:v>
                </c:pt>
                <c:pt idx="361">
                  <c:v>69</c:v>
                </c:pt>
                <c:pt idx="362">
                  <c:v>44</c:v>
                </c:pt>
                <c:pt idx="363">
                  <c:v>37</c:v>
                </c:pt>
                <c:pt idx="364">
                  <c:v>60</c:v>
                </c:pt>
              </c:numCache>
            </c:numRef>
          </c:xVal>
          <c:yVal>
            <c:numRef>
              <c:f>Sheet1!$B$2:$B$366</c:f>
              <c:numCache>
                <c:formatCode>General</c:formatCode>
                <c:ptCount val="365"/>
                <c:pt idx="0">
                  <c:v>8</c:v>
                </c:pt>
                <c:pt idx="1">
                  <c:v>12</c:v>
                </c:pt>
                <c:pt idx="2">
                  <c:v>8</c:v>
                </c:pt>
                <c:pt idx="3">
                  <c:v>9</c:v>
                </c:pt>
                <c:pt idx="4">
                  <c:v>7</c:v>
                </c:pt>
                <c:pt idx="5">
                  <c:v>10</c:v>
                </c:pt>
                <c:pt idx="6">
                  <c:v>15</c:v>
                </c:pt>
                <c:pt idx="7">
                  <c:v>12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14</c:v>
                </c:pt>
                <c:pt idx="12">
                  <c:v>12</c:v>
                </c:pt>
                <c:pt idx="13">
                  <c:v>11</c:v>
                </c:pt>
                <c:pt idx="14">
                  <c:v>12</c:v>
                </c:pt>
                <c:pt idx="15">
                  <c:v>7</c:v>
                </c:pt>
                <c:pt idx="16">
                  <c:v>10</c:v>
                </c:pt>
                <c:pt idx="17">
                  <c:v>13</c:v>
                </c:pt>
                <c:pt idx="18">
                  <c:v>8</c:v>
                </c:pt>
                <c:pt idx="19">
                  <c:v>13</c:v>
                </c:pt>
                <c:pt idx="20">
                  <c:v>8</c:v>
                </c:pt>
                <c:pt idx="21">
                  <c:v>12</c:v>
                </c:pt>
                <c:pt idx="22">
                  <c:v>10</c:v>
                </c:pt>
                <c:pt idx="23">
                  <c:v>12</c:v>
                </c:pt>
                <c:pt idx="24">
                  <c:v>13</c:v>
                </c:pt>
                <c:pt idx="25">
                  <c:v>6</c:v>
                </c:pt>
                <c:pt idx="26">
                  <c:v>11</c:v>
                </c:pt>
                <c:pt idx="27">
                  <c:v>13</c:v>
                </c:pt>
                <c:pt idx="28">
                  <c:v>11</c:v>
                </c:pt>
                <c:pt idx="29">
                  <c:v>11</c:v>
                </c:pt>
                <c:pt idx="30">
                  <c:v>7</c:v>
                </c:pt>
                <c:pt idx="31">
                  <c:v>9</c:v>
                </c:pt>
                <c:pt idx="32">
                  <c:v>7</c:v>
                </c:pt>
                <c:pt idx="33">
                  <c:v>10</c:v>
                </c:pt>
                <c:pt idx="34">
                  <c:v>13</c:v>
                </c:pt>
                <c:pt idx="35">
                  <c:v>11</c:v>
                </c:pt>
                <c:pt idx="36">
                  <c:v>9</c:v>
                </c:pt>
                <c:pt idx="37">
                  <c:v>10</c:v>
                </c:pt>
                <c:pt idx="38">
                  <c:v>13</c:v>
                </c:pt>
                <c:pt idx="39">
                  <c:v>13</c:v>
                </c:pt>
                <c:pt idx="40">
                  <c:v>12</c:v>
                </c:pt>
                <c:pt idx="41">
                  <c:v>9</c:v>
                </c:pt>
                <c:pt idx="42">
                  <c:v>16</c:v>
                </c:pt>
                <c:pt idx="43">
                  <c:v>10</c:v>
                </c:pt>
                <c:pt idx="44">
                  <c:v>8</c:v>
                </c:pt>
                <c:pt idx="45">
                  <c:v>10</c:v>
                </c:pt>
                <c:pt idx="46">
                  <c:v>7</c:v>
                </c:pt>
                <c:pt idx="47">
                  <c:v>10</c:v>
                </c:pt>
                <c:pt idx="48">
                  <c:v>9</c:v>
                </c:pt>
                <c:pt idx="49">
                  <c:v>11</c:v>
                </c:pt>
                <c:pt idx="50">
                  <c:v>11</c:v>
                </c:pt>
                <c:pt idx="51">
                  <c:v>8</c:v>
                </c:pt>
                <c:pt idx="52">
                  <c:v>11</c:v>
                </c:pt>
                <c:pt idx="53">
                  <c:v>7</c:v>
                </c:pt>
                <c:pt idx="54">
                  <c:v>14</c:v>
                </c:pt>
                <c:pt idx="55">
                  <c:v>11</c:v>
                </c:pt>
                <c:pt idx="56">
                  <c:v>12</c:v>
                </c:pt>
                <c:pt idx="57">
                  <c:v>15</c:v>
                </c:pt>
                <c:pt idx="58">
                  <c:v>12</c:v>
                </c:pt>
                <c:pt idx="59">
                  <c:v>12</c:v>
                </c:pt>
                <c:pt idx="60">
                  <c:v>15</c:v>
                </c:pt>
                <c:pt idx="61">
                  <c:v>8</c:v>
                </c:pt>
                <c:pt idx="62">
                  <c:v>11</c:v>
                </c:pt>
                <c:pt idx="63">
                  <c:v>13</c:v>
                </c:pt>
                <c:pt idx="64">
                  <c:v>14</c:v>
                </c:pt>
                <c:pt idx="65">
                  <c:v>13</c:v>
                </c:pt>
                <c:pt idx="66">
                  <c:v>10</c:v>
                </c:pt>
                <c:pt idx="67">
                  <c:v>9</c:v>
                </c:pt>
                <c:pt idx="68">
                  <c:v>5</c:v>
                </c:pt>
                <c:pt idx="69">
                  <c:v>15</c:v>
                </c:pt>
                <c:pt idx="70">
                  <c:v>10</c:v>
                </c:pt>
                <c:pt idx="71">
                  <c:v>17</c:v>
                </c:pt>
                <c:pt idx="72">
                  <c:v>15</c:v>
                </c:pt>
                <c:pt idx="73">
                  <c:v>9</c:v>
                </c:pt>
                <c:pt idx="74">
                  <c:v>8</c:v>
                </c:pt>
                <c:pt idx="75">
                  <c:v>9</c:v>
                </c:pt>
                <c:pt idx="76">
                  <c:v>17</c:v>
                </c:pt>
                <c:pt idx="77">
                  <c:v>10</c:v>
                </c:pt>
                <c:pt idx="78">
                  <c:v>12</c:v>
                </c:pt>
                <c:pt idx="79">
                  <c:v>11</c:v>
                </c:pt>
                <c:pt idx="80">
                  <c:v>11</c:v>
                </c:pt>
                <c:pt idx="81">
                  <c:v>11</c:v>
                </c:pt>
                <c:pt idx="82">
                  <c:v>12</c:v>
                </c:pt>
                <c:pt idx="83">
                  <c:v>10</c:v>
                </c:pt>
                <c:pt idx="84">
                  <c:v>13</c:v>
                </c:pt>
                <c:pt idx="85">
                  <c:v>9</c:v>
                </c:pt>
                <c:pt idx="86">
                  <c:v>10</c:v>
                </c:pt>
                <c:pt idx="87">
                  <c:v>6</c:v>
                </c:pt>
                <c:pt idx="88">
                  <c:v>11</c:v>
                </c:pt>
                <c:pt idx="89">
                  <c:v>11</c:v>
                </c:pt>
                <c:pt idx="90">
                  <c:v>7</c:v>
                </c:pt>
                <c:pt idx="91">
                  <c:v>10</c:v>
                </c:pt>
                <c:pt idx="92">
                  <c:v>12</c:v>
                </c:pt>
                <c:pt idx="93">
                  <c:v>14</c:v>
                </c:pt>
                <c:pt idx="94">
                  <c:v>13</c:v>
                </c:pt>
                <c:pt idx="95">
                  <c:v>9</c:v>
                </c:pt>
                <c:pt idx="96">
                  <c:v>10</c:v>
                </c:pt>
                <c:pt idx="97">
                  <c:v>6</c:v>
                </c:pt>
                <c:pt idx="98">
                  <c:v>9</c:v>
                </c:pt>
                <c:pt idx="99">
                  <c:v>16</c:v>
                </c:pt>
                <c:pt idx="100">
                  <c:v>10</c:v>
                </c:pt>
                <c:pt idx="101">
                  <c:v>6</c:v>
                </c:pt>
                <c:pt idx="102">
                  <c:v>13</c:v>
                </c:pt>
                <c:pt idx="103">
                  <c:v>12</c:v>
                </c:pt>
                <c:pt idx="104">
                  <c:v>13</c:v>
                </c:pt>
                <c:pt idx="105">
                  <c:v>10</c:v>
                </c:pt>
                <c:pt idx="106">
                  <c:v>16</c:v>
                </c:pt>
                <c:pt idx="107">
                  <c:v>10</c:v>
                </c:pt>
                <c:pt idx="108">
                  <c:v>12</c:v>
                </c:pt>
                <c:pt idx="109">
                  <c:v>12</c:v>
                </c:pt>
                <c:pt idx="110">
                  <c:v>16</c:v>
                </c:pt>
                <c:pt idx="111">
                  <c:v>10</c:v>
                </c:pt>
                <c:pt idx="112">
                  <c:v>14</c:v>
                </c:pt>
                <c:pt idx="113">
                  <c:v>8</c:v>
                </c:pt>
                <c:pt idx="114">
                  <c:v>11</c:v>
                </c:pt>
                <c:pt idx="115">
                  <c:v>15</c:v>
                </c:pt>
                <c:pt idx="116">
                  <c:v>16</c:v>
                </c:pt>
                <c:pt idx="117">
                  <c:v>11</c:v>
                </c:pt>
                <c:pt idx="118">
                  <c:v>7</c:v>
                </c:pt>
                <c:pt idx="119">
                  <c:v>6</c:v>
                </c:pt>
                <c:pt idx="120">
                  <c:v>11</c:v>
                </c:pt>
                <c:pt idx="121">
                  <c:v>15</c:v>
                </c:pt>
                <c:pt idx="122">
                  <c:v>8</c:v>
                </c:pt>
                <c:pt idx="123">
                  <c:v>12</c:v>
                </c:pt>
                <c:pt idx="124">
                  <c:v>16</c:v>
                </c:pt>
                <c:pt idx="125">
                  <c:v>7</c:v>
                </c:pt>
                <c:pt idx="126">
                  <c:v>7</c:v>
                </c:pt>
                <c:pt idx="127">
                  <c:v>17</c:v>
                </c:pt>
                <c:pt idx="128">
                  <c:v>9</c:v>
                </c:pt>
                <c:pt idx="129">
                  <c:v>13</c:v>
                </c:pt>
                <c:pt idx="130">
                  <c:v>10</c:v>
                </c:pt>
                <c:pt idx="131">
                  <c:v>13</c:v>
                </c:pt>
                <c:pt idx="132">
                  <c:v>9</c:v>
                </c:pt>
                <c:pt idx="133">
                  <c:v>12</c:v>
                </c:pt>
                <c:pt idx="134">
                  <c:v>12</c:v>
                </c:pt>
                <c:pt idx="135">
                  <c:v>15</c:v>
                </c:pt>
                <c:pt idx="136">
                  <c:v>17</c:v>
                </c:pt>
                <c:pt idx="137">
                  <c:v>9</c:v>
                </c:pt>
                <c:pt idx="138">
                  <c:v>13</c:v>
                </c:pt>
                <c:pt idx="139">
                  <c:v>10</c:v>
                </c:pt>
                <c:pt idx="140">
                  <c:v>10</c:v>
                </c:pt>
                <c:pt idx="141">
                  <c:v>7</c:v>
                </c:pt>
                <c:pt idx="142">
                  <c:v>7</c:v>
                </c:pt>
                <c:pt idx="143">
                  <c:v>6</c:v>
                </c:pt>
                <c:pt idx="144">
                  <c:v>13</c:v>
                </c:pt>
                <c:pt idx="145">
                  <c:v>14</c:v>
                </c:pt>
                <c:pt idx="146">
                  <c:v>12</c:v>
                </c:pt>
                <c:pt idx="147">
                  <c:v>9</c:v>
                </c:pt>
                <c:pt idx="148">
                  <c:v>8</c:v>
                </c:pt>
                <c:pt idx="149">
                  <c:v>11</c:v>
                </c:pt>
                <c:pt idx="150">
                  <c:v>9</c:v>
                </c:pt>
                <c:pt idx="151">
                  <c:v>13</c:v>
                </c:pt>
                <c:pt idx="152">
                  <c:v>11</c:v>
                </c:pt>
                <c:pt idx="153">
                  <c:v>16</c:v>
                </c:pt>
                <c:pt idx="154">
                  <c:v>9</c:v>
                </c:pt>
                <c:pt idx="155">
                  <c:v>13</c:v>
                </c:pt>
                <c:pt idx="156">
                  <c:v>7</c:v>
                </c:pt>
                <c:pt idx="157">
                  <c:v>14</c:v>
                </c:pt>
                <c:pt idx="158">
                  <c:v>15</c:v>
                </c:pt>
                <c:pt idx="159">
                  <c:v>8</c:v>
                </c:pt>
                <c:pt idx="160">
                  <c:v>11</c:v>
                </c:pt>
                <c:pt idx="161">
                  <c:v>10</c:v>
                </c:pt>
                <c:pt idx="162">
                  <c:v>13</c:v>
                </c:pt>
                <c:pt idx="163">
                  <c:v>13</c:v>
                </c:pt>
                <c:pt idx="164">
                  <c:v>9</c:v>
                </c:pt>
                <c:pt idx="165">
                  <c:v>9</c:v>
                </c:pt>
                <c:pt idx="166">
                  <c:v>11</c:v>
                </c:pt>
                <c:pt idx="167">
                  <c:v>16</c:v>
                </c:pt>
                <c:pt idx="168">
                  <c:v>14</c:v>
                </c:pt>
                <c:pt idx="169">
                  <c:v>7</c:v>
                </c:pt>
                <c:pt idx="170">
                  <c:v>17</c:v>
                </c:pt>
                <c:pt idx="171">
                  <c:v>10</c:v>
                </c:pt>
                <c:pt idx="172">
                  <c:v>10</c:v>
                </c:pt>
                <c:pt idx="173">
                  <c:v>9</c:v>
                </c:pt>
                <c:pt idx="174">
                  <c:v>12</c:v>
                </c:pt>
                <c:pt idx="175">
                  <c:v>12</c:v>
                </c:pt>
                <c:pt idx="176">
                  <c:v>9</c:v>
                </c:pt>
                <c:pt idx="177">
                  <c:v>9</c:v>
                </c:pt>
                <c:pt idx="178">
                  <c:v>12</c:v>
                </c:pt>
                <c:pt idx="179">
                  <c:v>11</c:v>
                </c:pt>
                <c:pt idx="180">
                  <c:v>13</c:v>
                </c:pt>
                <c:pt idx="181">
                  <c:v>10</c:v>
                </c:pt>
                <c:pt idx="182">
                  <c:v>7</c:v>
                </c:pt>
                <c:pt idx="183">
                  <c:v>7</c:v>
                </c:pt>
                <c:pt idx="184">
                  <c:v>12</c:v>
                </c:pt>
                <c:pt idx="185">
                  <c:v>13</c:v>
                </c:pt>
                <c:pt idx="186">
                  <c:v>10</c:v>
                </c:pt>
                <c:pt idx="187">
                  <c:v>12</c:v>
                </c:pt>
                <c:pt idx="188">
                  <c:v>15</c:v>
                </c:pt>
                <c:pt idx="189">
                  <c:v>11</c:v>
                </c:pt>
                <c:pt idx="190">
                  <c:v>12</c:v>
                </c:pt>
                <c:pt idx="191">
                  <c:v>12</c:v>
                </c:pt>
                <c:pt idx="192">
                  <c:v>11</c:v>
                </c:pt>
                <c:pt idx="193">
                  <c:v>14</c:v>
                </c:pt>
                <c:pt idx="194">
                  <c:v>6</c:v>
                </c:pt>
                <c:pt idx="195">
                  <c:v>18</c:v>
                </c:pt>
                <c:pt idx="196">
                  <c:v>12</c:v>
                </c:pt>
                <c:pt idx="197">
                  <c:v>15</c:v>
                </c:pt>
                <c:pt idx="198">
                  <c:v>10</c:v>
                </c:pt>
                <c:pt idx="199">
                  <c:v>10</c:v>
                </c:pt>
                <c:pt idx="200">
                  <c:v>17</c:v>
                </c:pt>
                <c:pt idx="201">
                  <c:v>10</c:v>
                </c:pt>
                <c:pt idx="202">
                  <c:v>13</c:v>
                </c:pt>
                <c:pt idx="203">
                  <c:v>13</c:v>
                </c:pt>
                <c:pt idx="204">
                  <c:v>11</c:v>
                </c:pt>
                <c:pt idx="205">
                  <c:v>17</c:v>
                </c:pt>
                <c:pt idx="206">
                  <c:v>13</c:v>
                </c:pt>
                <c:pt idx="207">
                  <c:v>13</c:v>
                </c:pt>
                <c:pt idx="208">
                  <c:v>13</c:v>
                </c:pt>
                <c:pt idx="209">
                  <c:v>12</c:v>
                </c:pt>
                <c:pt idx="210">
                  <c:v>12</c:v>
                </c:pt>
                <c:pt idx="211">
                  <c:v>14</c:v>
                </c:pt>
                <c:pt idx="212">
                  <c:v>16</c:v>
                </c:pt>
                <c:pt idx="213">
                  <c:v>13</c:v>
                </c:pt>
                <c:pt idx="214">
                  <c:v>8</c:v>
                </c:pt>
                <c:pt idx="215">
                  <c:v>10</c:v>
                </c:pt>
                <c:pt idx="216">
                  <c:v>8</c:v>
                </c:pt>
                <c:pt idx="217">
                  <c:v>15</c:v>
                </c:pt>
                <c:pt idx="218">
                  <c:v>14</c:v>
                </c:pt>
                <c:pt idx="219">
                  <c:v>11</c:v>
                </c:pt>
                <c:pt idx="220">
                  <c:v>12</c:v>
                </c:pt>
                <c:pt idx="221">
                  <c:v>14</c:v>
                </c:pt>
                <c:pt idx="222">
                  <c:v>10</c:v>
                </c:pt>
                <c:pt idx="223">
                  <c:v>8</c:v>
                </c:pt>
                <c:pt idx="224">
                  <c:v>12</c:v>
                </c:pt>
                <c:pt idx="225">
                  <c:v>9</c:v>
                </c:pt>
                <c:pt idx="226">
                  <c:v>7</c:v>
                </c:pt>
                <c:pt idx="227">
                  <c:v>16</c:v>
                </c:pt>
                <c:pt idx="228">
                  <c:v>10</c:v>
                </c:pt>
                <c:pt idx="229">
                  <c:v>13</c:v>
                </c:pt>
                <c:pt idx="230">
                  <c:v>8</c:v>
                </c:pt>
                <c:pt idx="231">
                  <c:v>14</c:v>
                </c:pt>
                <c:pt idx="232">
                  <c:v>11</c:v>
                </c:pt>
                <c:pt idx="233">
                  <c:v>9</c:v>
                </c:pt>
                <c:pt idx="234">
                  <c:v>11</c:v>
                </c:pt>
                <c:pt idx="235">
                  <c:v>12</c:v>
                </c:pt>
                <c:pt idx="236">
                  <c:v>10</c:v>
                </c:pt>
                <c:pt idx="237">
                  <c:v>9</c:v>
                </c:pt>
                <c:pt idx="238">
                  <c:v>15</c:v>
                </c:pt>
                <c:pt idx="239">
                  <c:v>10</c:v>
                </c:pt>
                <c:pt idx="240">
                  <c:v>8</c:v>
                </c:pt>
                <c:pt idx="241">
                  <c:v>11</c:v>
                </c:pt>
                <c:pt idx="242">
                  <c:v>15</c:v>
                </c:pt>
                <c:pt idx="243">
                  <c:v>10</c:v>
                </c:pt>
                <c:pt idx="244">
                  <c:v>13</c:v>
                </c:pt>
                <c:pt idx="245">
                  <c:v>7</c:v>
                </c:pt>
                <c:pt idx="246">
                  <c:v>18</c:v>
                </c:pt>
                <c:pt idx="247">
                  <c:v>11</c:v>
                </c:pt>
                <c:pt idx="248">
                  <c:v>15</c:v>
                </c:pt>
                <c:pt idx="249">
                  <c:v>16</c:v>
                </c:pt>
                <c:pt idx="250">
                  <c:v>11</c:v>
                </c:pt>
                <c:pt idx="251">
                  <c:v>13</c:v>
                </c:pt>
                <c:pt idx="252">
                  <c:v>15</c:v>
                </c:pt>
                <c:pt idx="253">
                  <c:v>18</c:v>
                </c:pt>
                <c:pt idx="254">
                  <c:v>9</c:v>
                </c:pt>
                <c:pt idx="255">
                  <c:v>9</c:v>
                </c:pt>
                <c:pt idx="256">
                  <c:v>12</c:v>
                </c:pt>
                <c:pt idx="257">
                  <c:v>10</c:v>
                </c:pt>
                <c:pt idx="258">
                  <c:v>13</c:v>
                </c:pt>
                <c:pt idx="259">
                  <c:v>14</c:v>
                </c:pt>
                <c:pt idx="260">
                  <c:v>15</c:v>
                </c:pt>
                <c:pt idx="261">
                  <c:v>14</c:v>
                </c:pt>
                <c:pt idx="262">
                  <c:v>14</c:v>
                </c:pt>
                <c:pt idx="263">
                  <c:v>9</c:v>
                </c:pt>
                <c:pt idx="264">
                  <c:v>8</c:v>
                </c:pt>
                <c:pt idx="265">
                  <c:v>8</c:v>
                </c:pt>
                <c:pt idx="266">
                  <c:v>12</c:v>
                </c:pt>
                <c:pt idx="267">
                  <c:v>12</c:v>
                </c:pt>
                <c:pt idx="268">
                  <c:v>16</c:v>
                </c:pt>
                <c:pt idx="269">
                  <c:v>17</c:v>
                </c:pt>
                <c:pt idx="270">
                  <c:v>8</c:v>
                </c:pt>
                <c:pt idx="271">
                  <c:v>16</c:v>
                </c:pt>
                <c:pt idx="272">
                  <c:v>14</c:v>
                </c:pt>
                <c:pt idx="273">
                  <c:v>17</c:v>
                </c:pt>
                <c:pt idx="274">
                  <c:v>12</c:v>
                </c:pt>
                <c:pt idx="275">
                  <c:v>16</c:v>
                </c:pt>
                <c:pt idx="276">
                  <c:v>19</c:v>
                </c:pt>
                <c:pt idx="277">
                  <c:v>13</c:v>
                </c:pt>
                <c:pt idx="278">
                  <c:v>9</c:v>
                </c:pt>
                <c:pt idx="279">
                  <c:v>9</c:v>
                </c:pt>
                <c:pt idx="280">
                  <c:v>9</c:v>
                </c:pt>
                <c:pt idx="281">
                  <c:v>15</c:v>
                </c:pt>
                <c:pt idx="282">
                  <c:v>11</c:v>
                </c:pt>
                <c:pt idx="283">
                  <c:v>8</c:v>
                </c:pt>
                <c:pt idx="284">
                  <c:v>10</c:v>
                </c:pt>
                <c:pt idx="285">
                  <c:v>8</c:v>
                </c:pt>
                <c:pt idx="286">
                  <c:v>13</c:v>
                </c:pt>
                <c:pt idx="287">
                  <c:v>11</c:v>
                </c:pt>
                <c:pt idx="288">
                  <c:v>12</c:v>
                </c:pt>
                <c:pt idx="289">
                  <c:v>14</c:v>
                </c:pt>
                <c:pt idx="290">
                  <c:v>11</c:v>
                </c:pt>
                <c:pt idx="291">
                  <c:v>13</c:v>
                </c:pt>
                <c:pt idx="292">
                  <c:v>13</c:v>
                </c:pt>
                <c:pt idx="293">
                  <c:v>16</c:v>
                </c:pt>
                <c:pt idx="294">
                  <c:v>18</c:v>
                </c:pt>
                <c:pt idx="295">
                  <c:v>17</c:v>
                </c:pt>
                <c:pt idx="296">
                  <c:v>11</c:v>
                </c:pt>
                <c:pt idx="297">
                  <c:v>13</c:v>
                </c:pt>
                <c:pt idx="298">
                  <c:v>13</c:v>
                </c:pt>
                <c:pt idx="299">
                  <c:v>12</c:v>
                </c:pt>
                <c:pt idx="300">
                  <c:v>16</c:v>
                </c:pt>
                <c:pt idx="301">
                  <c:v>10</c:v>
                </c:pt>
                <c:pt idx="302">
                  <c:v>18</c:v>
                </c:pt>
                <c:pt idx="303">
                  <c:v>18</c:v>
                </c:pt>
                <c:pt idx="304">
                  <c:v>16</c:v>
                </c:pt>
                <c:pt idx="305">
                  <c:v>10</c:v>
                </c:pt>
                <c:pt idx="306">
                  <c:v>11</c:v>
                </c:pt>
                <c:pt idx="307">
                  <c:v>13</c:v>
                </c:pt>
                <c:pt idx="308">
                  <c:v>9</c:v>
                </c:pt>
                <c:pt idx="309">
                  <c:v>11</c:v>
                </c:pt>
                <c:pt idx="310">
                  <c:v>8</c:v>
                </c:pt>
                <c:pt idx="311">
                  <c:v>11</c:v>
                </c:pt>
                <c:pt idx="312">
                  <c:v>13</c:v>
                </c:pt>
                <c:pt idx="313">
                  <c:v>12</c:v>
                </c:pt>
                <c:pt idx="314">
                  <c:v>16</c:v>
                </c:pt>
                <c:pt idx="315">
                  <c:v>14</c:v>
                </c:pt>
                <c:pt idx="316">
                  <c:v>11</c:v>
                </c:pt>
                <c:pt idx="317">
                  <c:v>12</c:v>
                </c:pt>
                <c:pt idx="318">
                  <c:v>17</c:v>
                </c:pt>
                <c:pt idx="319">
                  <c:v>12</c:v>
                </c:pt>
                <c:pt idx="320">
                  <c:v>11</c:v>
                </c:pt>
                <c:pt idx="321">
                  <c:v>14</c:v>
                </c:pt>
                <c:pt idx="322">
                  <c:v>16</c:v>
                </c:pt>
                <c:pt idx="323">
                  <c:v>9</c:v>
                </c:pt>
                <c:pt idx="324">
                  <c:v>12</c:v>
                </c:pt>
                <c:pt idx="325">
                  <c:v>10</c:v>
                </c:pt>
                <c:pt idx="326">
                  <c:v>16</c:v>
                </c:pt>
                <c:pt idx="327">
                  <c:v>16</c:v>
                </c:pt>
                <c:pt idx="328">
                  <c:v>8</c:v>
                </c:pt>
                <c:pt idx="329">
                  <c:v>12</c:v>
                </c:pt>
                <c:pt idx="330">
                  <c:v>15</c:v>
                </c:pt>
                <c:pt idx="331">
                  <c:v>11</c:v>
                </c:pt>
                <c:pt idx="332">
                  <c:v>11</c:v>
                </c:pt>
                <c:pt idx="333">
                  <c:v>13</c:v>
                </c:pt>
                <c:pt idx="334">
                  <c:v>17</c:v>
                </c:pt>
                <c:pt idx="335">
                  <c:v>11</c:v>
                </c:pt>
                <c:pt idx="336">
                  <c:v>18</c:v>
                </c:pt>
                <c:pt idx="337">
                  <c:v>9</c:v>
                </c:pt>
                <c:pt idx="338">
                  <c:v>8</c:v>
                </c:pt>
                <c:pt idx="339">
                  <c:v>10</c:v>
                </c:pt>
                <c:pt idx="340">
                  <c:v>12</c:v>
                </c:pt>
                <c:pt idx="341">
                  <c:v>15</c:v>
                </c:pt>
                <c:pt idx="342">
                  <c:v>9</c:v>
                </c:pt>
                <c:pt idx="343">
                  <c:v>14</c:v>
                </c:pt>
                <c:pt idx="344">
                  <c:v>15</c:v>
                </c:pt>
                <c:pt idx="345">
                  <c:v>13</c:v>
                </c:pt>
                <c:pt idx="346">
                  <c:v>14</c:v>
                </c:pt>
                <c:pt idx="347">
                  <c:v>13</c:v>
                </c:pt>
                <c:pt idx="348">
                  <c:v>11</c:v>
                </c:pt>
                <c:pt idx="349">
                  <c:v>16</c:v>
                </c:pt>
                <c:pt idx="350">
                  <c:v>11</c:v>
                </c:pt>
                <c:pt idx="351">
                  <c:v>13</c:v>
                </c:pt>
                <c:pt idx="352">
                  <c:v>13</c:v>
                </c:pt>
                <c:pt idx="353">
                  <c:v>12</c:v>
                </c:pt>
                <c:pt idx="354">
                  <c:v>13</c:v>
                </c:pt>
                <c:pt idx="355">
                  <c:v>18</c:v>
                </c:pt>
                <c:pt idx="356">
                  <c:v>12</c:v>
                </c:pt>
                <c:pt idx="357">
                  <c:v>17</c:v>
                </c:pt>
                <c:pt idx="358">
                  <c:v>18</c:v>
                </c:pt>
                <c:pt idx="359">
                  <c:v>12</c:v>
                </c:pt>
                <c:pt idx="360">
                  <c:v>13</c:v>
                </c:pt>
                <c:pt idx="361">
                  <c:v>18</c:v>
                </c:pt>
                <c:pt idx="362">
                  <c:v>13</c:v>
                </c:pt>
                <c:pt idx="363">
                  <c:v>8</c:v>
                </c:pt>
                <c:pt idx="364">
                  <c:v>17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Fitted line</c:v>
                </c:pt>
              </c:strCache>
            </c:strRef>
          </c:tx>
          <c:spPr>
            <a:solidFill>
              <a:srgbClr val="A62372"/>
            </a:solidFill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A62372"/>
              </a:solidFill>
              <a:ln w="9525" cap="flat">
                <a:solidFill>
                  <a:srgbClr val="A62372"/>
                </a:solidFill>
                <a:prstDash val="solid"/>
                <a:round/>
              </a:ln>
              <a:effectLst/>
            </c:spPr>
          </c:marker>
          <c:xVal>
            <c:numRef>
              <c:f>Sheet1!$A$2:$A$366</c:f>
              <c:numCache>
                <c:formatCode>General</c:formatCode>
                <c:ptCount val="365"/>
                <c:pt idx="0">
                  <c:v>18</c:v>
                </c:pt>
                <c:pt idx="1">
                  <c:v>36</c:v>
                </c:pt>
                <c:pt idx="2">
                  <c:v>26</c:v>
                </c:pt>
                <c:pt idx="3">
                  <c:v>27</c:v>
                </c:pt>
                <c:pt idx="4">
                  <c:v>15</c:v>
                </c:pt>
                <c:pt idx="5">
                  <c:v>37</c:v>
                </c:pt>
                <c:pt idx="6">
                  <c:v>49</c:v>
                </c:pt>
                <c:pt idx="7">
                  <c:v>49</c:v>
                </c:pt>
                <c:pt idx="8">
                  <c:v>36</c:v>
                </c:pt>
                <c:pt idx="9">
                  <c:v>41</c:v>
                </c:pt>
                <c:pt idx="10">
                  <c:v>51</c:v>
                </c:pt>
                <c:pt idx="11">
                  <c:v>56</c:v>
                </c:pt>
                <c:pt idx="12">
                  <c:v>48</c:v>
                </c:pt>
                <c:pt idx="13">
                  <c:v>42</c:v>
                </c:pt>
                <c:pt idx="14">
                  <c:v>56</c:v>
                </c:pt>
                <c:pt idx="15">
                  <c:v>31</c:v>
                </c:pt>
                <c:pt idx="16">
                  <c:v>28</c:v>
                </c:pt>
                <c:pt idx="17">
                  <c:v>40</c:v>
                </c:pt>
                <c:pt idx="18">
                  <c:v>30</c:v>
                </c:pt>
                <c:pt idx="19">
                  <c:v>50</c:v>
                </c:pt>
                <c:pt idx="20">
                  <c:v>33</c:v>
                </c:pt>
                <c:pt idx="21">
                  <c:v>46</c:v>
                </c:pt>
                <c:pt idx="22">
                  <c:v>28</c:v>
                </c:pt>
                <c:pt idx="23">
                  <c:v>43</c:v>
                </c:pt>
                <c:pt idx="24">
                  <c:v>52</c:v>
                </c:pt>
                <c:pt idx="25">
                  <c:v>24</c:v>
                </c:pt>
                <c:pt idx="26">
                  <c:v>45</c:v>
                </c:pt>
                <c:pt idx="27">
                  <c:v>55</c:v>
                </c:pt>
                <c:pt idx="28">
                  <c:v>43</c:v>
                </c:pt>
                <c:pt idx="29">
                  <c:v>28</c:v>
                </c:pt>
                <c:pt idx="30">
                  <c:v>31</c:v>
                </c:pt>
                <c:pt idx="31">
                  <c:v>25</c:v>
                </c:pt>
                <c:pt idx="32">
                  <c:v>26</c:v>
                </c:pt>
                <c:pt idx="33">
                  <c:v>25</c:v>
                </c:pt>
                <c:pt idx="34">
                  <c:v>56</c:v>
                </c:pt>
                <c:pt idx="35">
                  <c:v>41</c:v>
                </c:pt>
                <c:pt idx="36">
                  <c:v>34</c:v>
                </c:pt>
                <c:pt idx="37">
                  <c:v>31</c:v>
                </c:pt>
                <c:pt idx="38">
                  <c:v>41</c:v>
                </c:pt>
                <c:pt idx="39">
                  <c:v>41</c:v>
                </c:pt>
                <c:pt idx="40">
                  <c:v>35</c:v>
                </c:pt>
                <c:pt idx="41">
                  <c:v>29</c:v>
                </c:pt>
                <c:pt idx="42">
                  <c:v>54</c:v>
                </c:pt>
                <c:pt idx="43">
                  <c:v>40</c:v>
                </c:pt>
                <c:pt idx="44">
                  <c:v>31</c:v>
                </c:pt>
                <c:pt idx="45">
                  <c:v>42</c:v>
                </c:pt>
                <c:pt idx="46">
                  <c:v>26</c:v>
                </c:pt>
                <c:pt idx="47">
                  <c:v>31</c:v>
                </c:pt>
                <c:pt idx="48">
                  <c:v>31</c:v>
                </c:pt>
                <c:pt idx="49">
                  <c:v>48</c:v>
                </c:pt>
                <c:pt idx="50">
                  <c:v>34</c:v>
                </c:pt>
                <c:pt idx="51">
                  <c:v>32</c:v>
                </c:pt>
                <c:pt idx="52">
                  <c:v>48</c:v>
                </c:pt>
                <c:pt idx="53">
                  <c:v>28</c:v>
                </c:pt>
                <c:pt idx="54">
                  <c:v>51</c:v>
                </c:pt>
                <c:pt idx="55">
                  <c:v>44</c:v>
                </c:pt>
                <c:pt idx="56">
                  <c:v>35</c:v>
                </c:pt>
                <c:pt idx="57">
                  <c:v>55</c:v>
                </c:pt>
                <c:pt idx="58">
                  <c:v>54</c:v>
                </c:pt>
                <c:pt idx="59">
                  <c:v>46</c:v>
                </c:pt>
                <c:pt idx="60">
                  <c:v>57</c:v>
                </c:pt>
                <c:pt idx="61">
                  <c:v>28</c:v>
                </c:pt>
                <c:pt idx="62">
                  <c:v>40</c:v>
                </c:pt>
                <c:pt idx="63">
                  <c:v>43</c:v>
                </c:pt>
                <c:pt idx="64">
                  <c:v>51</c:v>
                </c:pt>
                <c:pt idx="65">
                  <c:v>44</c:v>
                </c:pt>
                <c:pt idx="66">
                  <c:v>24</c:v>
                </c:pt>
                <c:pt idx="67">
                  <c:v>29</c:v>
                </c:pt>
                <c:pt idx="68">
                  <c:v>22</c:v>
                </c:pt>
                <c:pt idx="69">
                  <c:v>59</c:v>
                </c:pt>
                <c:pt idx="70">
                  <c:v>43</c:v>
                </c:pt>
                <c:pt idx="71">
                  <c:v>61</c:v>
                </c:pt>
                <c:pt idx="72">
                  <c:v>54</c:v>
                </c:pt>
                <c:pt idx="73">
                  <c:v>39</c:v>
                </c:pt>
                <c:pt idx="74">
                  <c:v>33</c:v>
                </c:pt>
                <c:pt idx="75">
                  <c:v>32</c:v>
                </c:pt>
                <c:pt idx="76">
                  <c:v>59</c:v>
                </c:pt>
                <c:pt idx="77">
                  <c:v>28</c:v>
                </c:pt>
                <c:pt idx="78">
                  <c:v>37</c:v>
                </c:pt>
                <c:pt idx="79">
                  <c:v>48</c:v>
                </c:pt>
                <c:pt idx="80">
                  <c:v>35</c:v>
                </c:pt>
                <c:pt idx="81">
                  <c:v>36</c:v>
                </c:pt>
                <c:pt idx="82">
                  <c:v>54</c:v>
                </c:pt>
                <c:pt idx="83">
                  <c:v>41</c:v>
                </c:pt>
                <c:pt idx="84">
                  <c:v>40</c:v>
                </c:pt>
                <c:pt idx="85">
                  <c:v>36</c:v>
                </c:pt>
                <c:pt idx="86">
                  <c:v>39</c:v>
                </c:pt>
                <c:pt idx="87">
                  <c:v>25</c:v>
                </c:pt>
                <c:pt idx="88">
                  <c:v>41</c:v>
                </c:pt>
                <c:pt idx="89">
                  <c:v>42</c:v>
                </c:pt>
                <c:pt idx="90">
                  <c:v>30</c:v>
                </c:pt>
                <c:pt idx="91">
                  <c:v>39</c:v>
                </c:pt>
                <c:pt idx="92">
                  <c:v>34</c:v>
                </c:pt>
                <c:pt idx="93">
                  <c:v>52</c:v>
                </c:pt>
                <c:pt idx="94">
                  <c:v>53</c:v>
                </c:pt>
                <c:pt idx="95">
                  <c:v>35</c:v>
                </c:pt>
                <c:pt idx="96">
                  <c:v>44</c:v>
                </c:pt>
                <c:pt idx="97">
                  <c:v>26</c:v>
                </c:pt>
                <c:pt idx="98">
                  <c:v>40</c:v>
                </c:pt>
                <c:pt idx="99">
                  <c:v>57</c:v>
                </c:pt>
                <c:pt idx="100">
                  <c:v>36</c:v>
                </c:pt>
                <c:pt idx="101">
                  <c:v>22</c:v>
                </c:pt>
                <c:pt idx="102">
                  <c:v>43</c:v>
                </c:pt>
                <c:pt idx="103">
                  <c:v>57</c:v>
                </c:pt>
                <c:pt idx="104">
                  <c:v>39</c:v>
                </c:pt>
                <c:pt idx="105">
                  <c:v>36</c:v>
                </c:pt>
                <c:pt idx="106">
                  <c:v>58</c:v>
                </c:pt>
                <c:pt idx="107">
                  <c:v>36</c:v>
                </c:pt>
                <c:pt idx="108">
                  <c:v>33</c:v>
                </c:pt>
                <c:pt idx="109">
                  <c:v>43</c:v>
                </c:pt>
                <c:pt idx="110">
                  <c:v>62</c:v>
                </c:pt>
                <c:pt idx="111">
                  <c:v>45</c:v>
                </c:pt>
                <c:pt idx="112">
                  <c:v>51</c:v>
                </c:pt>
                <c:pt idx="113">
                  <c:v>19</c:v>
                </c:pt>
                <c:pt idx="114">
                  <c:v>39</c:v>
                </c:pt>
                <c:pt idx="115">
                  <c:v>59</c:v>
                </c:pt>
                <c:pt idx="116">
                  <c:v>53</c:v>
                </c:pt>
                <c:pt idx="117">
                  <c:v>36</c:v>
                </c:pt>
                <c:pt idx="118">
                  <c:v>31</c:v>
                </c:pt>
                <c:pt idx="119">
                  <c:v>21</c:v>
                </c:pt>
                <c:pt idx="120">
                  <c:v>52</c:v>
                </c:pt>
                <c:pt idx="121">
                  <c:v>54</c:v>
                </c:pt>
                <c:pt idx="122">
                  <c:v>35</c:v>
                </c:pt>
                <c:pt idx="123">
                  <c:v>48</c:v>
                </c:pt>
                <c:pt idx="124">
                  <c:v>53</c:v>
                </c:pt>
                <c:pt idx="125">
                  <c:v>25</c:v>
                </c:pt>
                <c:pt idx="126">
                  <c:v>25</c:v>
                </c:pt>
                <c:pt idx="127">
                  <c:v>58</c:v>
                </c:pt>
                <c:pt idx="128">
                  <c:v>41</c:v>
                </c:pt>
                <c:pt idx="129">
                  <c:v>47</c:v>
                </c:pt>
                <c:pt idx="130">
                  <c:v>34</c:v>
                </c:pt>
                <c:pt idx="131">
                  <c:v>42</c:v>
                </c:pt>
                <c:pt idx="132">
                  <c:v>33</c:v>
                </c:pt>
                <c:pt idx="133">
                  <c:v>54</c:v>
                </c:pt>
                <c:pt idx="134">
                  <c:v>44</c:v>
                </c:pt>
                <c:pt idx="135">
                  <c:v>50</c:v>
                </c:pt>
                <c:pt idx="136">
                  <c:v>59</c:v>
                </c:pt>
                <c:pt idx="137">
                  <c:v>23</c:v>
                </c:pt>
                <c:pt idx="138">
                  <c:v>59</c:v>
                </c:pt>
                <c:pt idx="139">
                  <c:v>36</c:v>
                </c:pt>
                <c:pt idx="140">
                  <c:v>42</c:v>
                </c:pt>
                <c:pt idx="141">
                  <c:v>29</c:v>
                </c:pt>
                <c:pt idx="142">
                  <c:v>26</c:v>
                </c:pt>
                <c:pt idx="143">
                  <c:v>23</c:v>
                </c:pt>
                <c:pt idx="144">
                  <c:v>48</c:v>
                </c:pt>
                <c:pt idx="145">
                  <c:v>46</c:v>
                </c:pt>
                <c:pt idx="146">
                  <c:v>37</c:v>
                </c:pt>
                <c:pt idx="147">
                  <c:v>36</c:v>
                </c:pt>
                <c:pt idx="148">
                  <c:v>37</c:v>
                </c:pt>
                <c:pt idx="149">
                  <c:v>41</c:v>
                </c:pt>
                <c:pt idx="150">
                  <c:v>23</c:v>
                </c:pt>
                <c:pt idx="151">
                  <c:v>40</c:v>
                </c:pt>
                <c:pt idx="152">
                  <c:v>35</c:v>
                </c:pt>
                <c:pt idx="153">
                  <c:v>61</c:v>
                </c:pt>
                <c:pt idx="154">
                  <c:v>36</c:v>
                </c:pt>
                <c:pt idx="155">
                  <c:v>48</c:v>
                </c:pt>
                <c:pt idx="156">
                  <c:v>22</c:v>
                </c:pt>
                <c:pt idx="157">
                  <c:v>46</c:v>
                </c:pt>
                <c:pt idx="158">
                  <c:v>56</c:v>
                </c:pt>
                <c:pt idx="159">
                  <c:v>35</c:v>
                </c:pt>
                <c:pt idx="160">
                  <c:v>29</c:v>
                </c:pt>
                <c:pt idx="161">
                  <c:v>44</c:v>
                </c:pt>
                <c:pt idx="162">
                  <c:v>40</c:v>
                </c:pt>
                <c:pt idx="163">
                  <c:v>50</c:v>
                </c:pt>
                <c:pt idx="164">
                  <c:v>31</c:v>
                </c:pt>
                <c:pt idx="165">
                  <c:v>33</c:v>
                </c:pt>
                <c:pt idx="166">
                  <c:v>39</c:v>
                </c:pt>
                <c:pt idx="167">
                  <c:v>54</c:v>
                </c:pt>
                <c:pt idx="168">
                  <c:v>54</c:v>
                </c:pt>
                <c:pt idx="169">
                  <c:v>30</c:v>
                </c:pt>
                <c:pt idx="170">
                  <c:v>58</c:v>
                </c:pt>
                <c:pt idx="171">
                  <c:v>36</c:v>
                </c:pt>
                <c:pt idx="172">
                  <c:v>34</c:v>
                </c:pt>
                <c:pt idx="173">
                  <c:v>33</c:v>
                </c:pt>
                <c:pt idx="174">
                  <c:v>53</c:v>
                </c:pt>
                <c:pt idx="175">
                  <c:v>48</c:v>
                </c:pt>
                <c:pt idx="176">
                  <c:v>40</c:v>
                </c:pt>
                <c:pt idx="177">
                  <c:v>39</c:v>
                </c:pt>
                <c:pt idx="178">
                  <c:v>34</c:v>
                </c:pt>
                <c:pt idx="179">
                  <c:v>46</c:v>
                </c:pt>
                <c:pt idx="180">
                  <c:v>55</c:v>
                </c:pt>
                <c:pt idx="181">
                  <c:v>42</c:v>
                </c:pt>
                <c:pt idx="182">
                  <c:v>31</c:v>
                </c:pt>
                <c:pt idx="183">
                  <c:v>30</c:v>
                </c:pt>
                <c:pt idx="184">
                  <c:v>47</c:v>
                </c:pt>
                <c:pt idx="185">
                  <c:v>40</c:v>
                </c:pt>
                <c:pt idx="186">
                  <c:v>33</c:v>
                </c:pt>
                <c:pt idx="187">
                  <c:v>46</c:v>
                </c:pt>
                <c:pt idx="188">
                  <c:v>53</c:v>
                </c:pt>
                <c:pt idx="189">
                  <c:v>39</c:v>
                </c:pt>
                <c:pt idx="190">
                  <c:v>56</c:v>
                </c:pt>
                <c:pt idx="191">
                  <c:v>55</c:v>
                </c:pt>
                <c:pt idx="192">
                  <c:v>39</c:v>
                </c:pt>
                <c:pt idx="193">
                  <c:v>50</c:v>
                </c:pt>
                <c:pt idx="194">
                  <c:v>27</c:v>
                </c:pt>
                <c:pt idx="195">
                  <c:v>65</c:v>
                </c:pt>
                <c:pt idx="196">
                  <c:v>54</c:v>
                </c:pt>
                <c:pt idx="197">
                  <c:v>56</c:v>
                </c:pt>
                <c:pt idx="198">
                  <c:v>36</c:v>
                </c:pt>
                <c:pt idx="199">
                  <c:v>30</c:v>
                </c:pt>
                <c:pt idx="200">
                  <c:v>62</c:v>
                </c:pt>
                <c:pt idx="201">
                  <c:v>36</c:v>
                </c:pt>
                <c:pt idx="202">
                  <c:v>54</c:v>
                </c:pt>
                <c:pt idx="203">
                  <c:v>60</c:v>
                </c:pt>
                <c:pt idx="204">
                  <c:v>49</c:v>
                </c:pt>
                <c:pt idx="205">
                  <c:v>64</c:v>
                </c:pt>
                <c:pt idx="206">
                  <c:v>42</c:v>
                </c:pt>
                <c:pt idx="207">
                  <c:v>60</c:v>
                </c:pt>
                <c:pt idx="208">
                  <c:v>40</c:v>
                </c:pt>
                <c:pt idx="209">
                  <c:v>38</c:v>
                </c:pt>
                <c:pt idx="210">
                  <c:v>46</c:v>
                </c:pt>
                <c:pt idx="211">
                  <c:v>51</c:v>
                </c:pt>
                <c:pt idx="212">
                  <c:v>66</c:v>
                </c:pt>
                <c:pt idx="213">
                  <c:v>53</c:v>
                </c:pt>
                <c:pt idx="214">
                  <c:v>35</c:v>
                </c:pt>
                <c:pt idx="215">
                  <c:v>23</c:v>
                </c:pt>
                <c:pt idx="216">
                  <c:v>33</c:v>
                </c:pt>
                <c:pt idx="217">
                  <c:v>55</c:v>
                </c:pt>
                <c:pt idx="218">
                  <c:v>58</c:v>
                </c:pt>
                <c:pt idx="219">
                  <c:v>36</c:v>
                </c:pt>
                <c:pt idx="220">
                  <c:v>42</c:v>
                </c:pt>
                <c:pt idx="221">
                  <c:v>52</c:v>
                </c:pt>
                <c:pt idx="222">
                  <c:v>35</c:v>
                </c:pt>
                <c:pt idx="223">
                  <c:v>34</c:v>
                </c:pt>
                <c:pt idx="224">
                  <c:v>45</c:v>
                </c:pt>
                <c:pt idx="225">
                  <c:v>26</c:v>
                </c:pt>
                <c:pt idx="226">
                  <c:v>23</c:v>
                </c:pt>
                <c:pt idx="227">
                  <c:v>56</c:v>
                </c:pt>
                <c:pt idx="228">
                  <c:v>47</c:v>
                </c:pt>
                <c:pt idx="229">
                  <c:v>51</c:v>
                </c:pt>
                <c:pt idx="230">
                  <c:v>34</c:v>
                </c:pt>
                <c:pt idx="231">
                  <c:v>59</c:v>
                </c:pt>
                <c:pt idx="232">
                  <c:v>41</c:v>
                </c:pt>
                <c:pt idx="233">
                  <c:v>40</c:v>
                </c:pt>
                <c:pt idx="234">
                  <c:v>35</c:v>
                </c:pt>
                <c:pt idx="235">
                  <c:v>40</c:v>
                </c:pt>
                <c:pt idx="236">
                  <c:v>29</c:v>
                </c:pt>
                <c:pt idx="237">
                  <c:v>28</c:v>
                </c:pt>
                <c:pt idx="238">
                  <c:v>51</c:v>
                </c:pt>
                <c:pt idx="239">
                  <c:v>41</c:v>
                </c:pt>
                <c:pt idx="240">
                  <c:v>32</c:v>
                </c:pt>
                <c:pt idx="241">
                  <c:v>39</c:v>
                </c:pt>
                <c:pt idx="242">
                  <c:v>63</c:v>
                </c:pt>
                <c:pt idx="243">
                  <c:v>42</c:v>
                </c:pt>
                <c:pt idx="244">
                  <c:v>51</c:v>
                </c:pt>
                <c:pt idx="245">
                  <c:v>29</c:v>
                </c:pt>
                <c:pt idx="246">
                  <c:v>63</c:v>
                </c:pt>
                <c:pt idx="247">
                  <c:v>33</c:v>
                </c:pt>
                <c:pt idx="248">
                  <c:v>56</c:v>
                </c:pt>
                <c:pt idx="249">
                  <c:v>54</c:v>
                </c:pt>
                <c:pt idx="250">
                  <c:v>37</c:v>
                </c:pt>
                <c:pt idx="251">
                  <c:v>60</c:v>
                </c:pt>
                <c:pt idx="252">
                  <c:v>56</c:v>
                </c:pt>
                <c:pt idx="253">
                  <c:v>65</c:v>
                </c:pt>
                <c:pt idx="254">
                  <c:v>33</c:v>
                </c:pt>
                <c:pt idx="255">
                  <c:v>40</c:v>
                </c:pt>
                <c:pt idx="256">
                  <c:v>44</c:v>
                </c:pt>
                <c:pt idx="257">
                  <c:v>30</c:v>
                </c:pt>
                <c:pt idx="258">
                  <c:v>43</c:v>
                </c:pt>
                <c:pt idx="259">
                  <c:v>56</c:v>
                </c:pt>
                <c:pt idx="260">
                  <c:v>53</c:v>
                </c:pt>
                <c:pt idx="261">
                  <c:v>57</c:v>
                </c:pt>
                <c:pt idx="262">
                  <c:v>57</c:v>
                </c:pt>
                <c:pt idx="263">
                  <c:v>38</c:v>
                </c:pt>
                <c:pt idx="264">
                  <c:v>36</c:v>
                </c:pt>
                <c:pt idx="265">
                  <c:v>34</c:v>
                </c:pt>
                <c:pt idx="266">
                  <c:v>36</c:v>
                </c:pt>
                <c:pt idx="267">
                  <c:v>47</c:v>
                </c:pt>
                <c:pt idx="268">
                  <c:v>57</c:v>
                </c:pt>
                <c:pt idx="269">
                  <c:v>62</c:v>
                </c:pt>
                <c:pt idx="270">
                  <c:v>30</c:v>
                </c:pt>
                <c:pt idx="271">
                  <c:v>61</c:v>
                </c:pt>
                <c:pt idx="272">
                  <c:v>52</c:v>
                </c:pt>
                <c:pt idx="273">
                  <c:v>62</c:v>
                </c:pt>
                <c:pt idx="274">
                  <c:v>56</c:v>
                </c:pt>
                <c:pt idx="275">
                  <c:v>58</c:v>
                </c:pt>
                <c:pt idx="276">
                  <c:v>69</c:v>
                </c:pt>
                <c:pt idx="277">
                  <c:v>57</c:v>
                </c:pt>
                <c:pt idx="278">
                  <c:v>25</c:v>
                </c:pt>
                <c:pt idx="279">
                  <c:v>35</c:v>
                </c:pt>
                <c:pt idx="280">
                  <c:v>42</c:v>
                </c:pt>
                <c:pt idx="281">
                  <c:v>55</c:v>
                </c:pt>
                <c:pt idx="282">
                  <c:v>36</c:v>
                </c:pt>
                <c:pt idx="283">
                  <c:v>28</c:v>
                </c:pt>
                <c:pt idx="284">
                  <c:v>39</c:v>
                </c:pt>
                <c:pt idx="285">
                  <c:v>36</c:v>
                </c:pt>
                <c:pt idx="286">
                  <c:v>58</c:v>
                </c:pt>
                <c:pt idx="287">
                  <c:v>44</c:v>
                </c:pt>
                <c:pt idx="288">
                  <c:v>51</c:v>
                </c:pt>
                <c:pt idx="289">
                  <c:v>46</c:v>
                </c:pt>
                <c:pt idx="290">
                  <c:v>51</c:v>
                </c:pt>
                <c:pt idx="291">
                  <c:v>53</c:v>
                </c:pt>
                <c:pt idx="292">
                  <c:v>49</c:v>
                </c:pt>
                <c:pt idx="293">
                  <c:v>65</c:v>
                </c:pt>
                <c:pt idx="294">
                  <c:v>63</c:v>
                </c:pt>
                <c:pt idx="295">
                  <c:v>70</c:v>
                </c:pt>
                <c:pt idx="296">
                  <c:v>43</c:v>
                </c:pt>
                <c:pt idx="297">
                  <c:v>46</c:v>
                </c:pt>
                <c:pt idx="298">
                  <c:v>62</c:v>
                </c:pt>
                <c:pt idx="299">
                  <c:v>56</c:v>
                </c:pt>
                <c:pt idx="300">
                  <c:v>54</c:v>
                </c:pt>
                <c:pt idx="301">
                  <c:v>34</c:v>
                </c:pt>
                <c:pt idx="302">
                  <c:v>64</c:v>
                </c:pt>
                <c:pt idx="303">
                  <c:v>64</c:v>
                </c:pt>
                <c:pt idx="304">
                  <c:v>71</c:v>
                </c:pt>
                <c:pt idx="305">
                  <c:v>28</c:v>
                </c:pt>
                <c:pt idx="306">
                  <c:v>39</c:v>
                </c:pt>
                <c:pt idx="307">
                  <c:v>53</c:v>
                </c:pt>
                <c:pt idx="308">
                  <c:v>35</c:v>
                </c:pt>
                <c:pt idx="309">
                  <c:v>46</c:v>
                </c:pt>
                <c:pt idx="310">
                  <c:v>33</c:v>
                </c:pt>
                <c:pt idx="311">
                  <c:v>40</c:v>
                </c:pt>
                <c:pt idx="312">
                  <c:v>38</c:v>
                </c:pt>
                <c:pt idx="313">
                  <c:v>57</c:v>
                </c:pt>
                <c:pt idx="314">
                  <c:v>65</c:v>
                </c:pt>
                <c:pt idx="315">
                  <c:v>61</c:v>
                </c:pt>
                <c:pt idx="316">
                  <c:v>43</c:v>
                </c:pt>
                <c:pt idx="317">
                  <c:v>48</c:v>
                </c:pt>
                <c:pt idx="318">
                  <c:v>64</c:v>
                </c:pt>
                <c:pt idx="319">
                  <c:v>37</c:v>
                </c:pt>
                <c:pt idx="320">
                  <c:v>51</c:v>
                </c:pt>
                <c:pt idx="321">
                  <c:v>59</c:v>
                </c:pt>
                <c:pt idx="322">
                  <c:v>59</c:v>
                </c:pt>
                <c:pt idx="323">
                  <c:v>34</c:v>
                </c:pt>
                <c:pt idx="324">
                  <c:v>57</c:v>
                </c:pt>
                <c:pt idx="325">
                  <c:v>36</c:v>
                </c:pt>
                <c:pt idx="326">
                  <c:v>57</c:v>
                </c:pt>
                <c:pt idx="327">
                  <c:v>55</c:v>
                </c:pt>
                <c:pt idx="328">
                  <c:v>32</c:v>
                </c:pt>
                <c:pt idx="329">
                  <c:v>56</c:v>
                </c:pt>
                <c:pt idx="330">
                  <c:v>68</c:v>
                </c:pt>
                <c:pt idx="331">
                  <c:v>49</c:v>
                </c:pt>
                <c:pt idx="332">
                  <c:v>40</c:v>
                </c:pt>
                <c:pt idx="333">
                  <c:v>56</c:v>
                </c:pt>
                <c:pt idx="334">
                  <c:v>59</c:v>
                </c:pt>
                <c:pt idx="335">
                  <c:v>37</c:v>
                </c:pt>
                <c:pt idx="336">
                  <c:v>67</c:v>
                </c:pt>
                <c:pt idx="337">
                  <c:v>36</c:v>
                </c:pt>
                <c:pt idx="338">
                  <c:v>33</c:v>
                </c:pt>
                <c:pt idx="339">
                  <c:v>37</c:v>
                </c:pt>
                <c:pt idx="340">
                  <c:v>45</c:v>
                </c:pt>
                <c:pt idx="341">
                  <c:v>67</c:v>
                </c:pt>
                <c:pt idx="342">
                  <c:v>36</c:v>
                </c:pt>
                <c:pt idx="343">
                  <c:v>67</c:v>
                </c:pt>
                <c:pt idx="344">
                  <c:v>61</c:v>
                </c:pt>
                <c:pt idx="345">
                  <c:v>53</c:v>
                </c:pt>
                <c:pt idx="346">
                  <c:v>64</c:v>
                </c:pt>
                <c:pt idx="347">
                  <c:v>46</c:v>
                </c:pt>
                <c:pt idx="348">
                  <c:v>45</c:v>
                </c:pt>
                <c:pt idx="349">
                  <c:v>72</c:v>
                </c:pt>
                <c:pt idx="350">
                  <c:v>40</c:v>
                </c:pt>
                <c:pt idx="351">
                  <c:v>54</c:v>
                </c:pt>
                <c:pt idx="352">
                  <c:v>58</c:v>
                </c:pt>
                <c:pt idx="353">
                  <c:v>39</c:v>
                </c:pt>
                <c:pt idx="354">
                  <c:v>62</c:v>
                </c:pt>
                <c:pt idx="355">
                  <c:v>73</c:v>
                </c:pt>
                <c:pt idx="356">
                  <c:v>48</c:v>
                </c:pt>
                <c:pt idx="357">
                  <c:v>63</c:v>
                </c:pt>
                <c:pt idx="358">
                  <c:v>63</c:v>
                </c:pt>
                <c:pt idx="359">
                  <c:v>33</c:v>
                </c:pt>
                <c:pt idx="360">
                  <c:v>51</c:v>
                </c:pt>
                <c:pt idx="361">
                  <c:v>69</c:v>
                </c:pt>
                <c:pt idx="362">
                  <c:v>44</c:v>
                </c:pt>
                <c:pt idx="363">
                  <c:v>37</c:v>
                </c:pt>
                <c:pt idx="364">
                  <c:v>60</c:v>
                </c:pt>
              </c:numCache>
            </c:numRef>
          </c:xVal>
          <c:yVal>
            <c:numRef>
              <c:f>Sheet1!$C$2:$C$366</c:f>
              <c:numCache>
                <c:formatCode>General</c:formatCode>
                <c:ptCount val="365"/>
                <c:pt idx="0">
                  <c:v>6.26</c:v>
                </c:pt>
                <c:pt idx="1">
                  <c:v>10.05</c:v>
                </c:pt>
                <c:pt idx="2">
                  <c:v>7.94</c:v>
                </c:pt>
                <c:pt idx="3">
                  <c:v>8.15</c:v>
                </c:pt>
                <c:pt idx="4">
                  <c:v>5.63</c:v>
                </c:pt>
                <c:pt idx="5">
                  <c:v>10.26</c:v>
                </c:pt>
                <c:pt idx="6">
                  <c:v>12.78</c:v>
                </c:pt>
                <c:pt idx="7">
                  <c:v>12.78</c:v>
                </c:pt>
                <c:pt idx="8">
                  <c:v>10.05</c:v>
                </c:pt>
                <c:pt idx="9">
                  <c:v>11.1</c:v>
                </c:pt>
                <c:pt idx="10">
                  <c:v>13.21</c:v>
                </c:pt>
                <c:pt idx="11">
                  <c:v>14.26</c:v>
                </c:pt>
                <c:pt idx="12">
                  <c:v>12.57</c:v>
                </c:pt>
                <c:pt idx="13">
                  <c:v>11.31</c:v>
                </c:pt>
                <c:pt idx="14">
                  <c:v>14.26</c:v>
                </c:pt>
                <c:pt idx="15">
                  <c:v>9</c:v>
                </c:pt>
                <c:pt idx="16">
                  <c:v>8.36</c:v>
                </c:pt>
                <c:pt idx="17">
                  <c:v>10.89</c:v>
                </c:pt>
                <c:pt idx="18">
                  <c:v>8.79</c:v>
                </c:pt>
                <c:pt idx="19">
                  <c:v>13</c:v>
                </c:pt>
                <c:pt idx="20">
                  <c:v>9.42</c:v>
                </c:pt>
                <c:pt idx="21">
                  <c:v>12.15</c:v>
                </c:pt>
                <c:pt idx="22">
                  <c:v>8.36</c:v>
                </c:pt>
                <c:pt idx="23">
                  <c:v>11.52</c:v>
                </c:pt>
                <c:pt idx="24">
                  <c:v>13.42</c:v>
                </c:pt>
                <c:pt idx="25">
                  <c:v>7.52</c:v>
                </c:pt>
                <c:pt idx="26">
                  <c:v>11.94</c:v>
                </c:pt>
                <c:pt idx="27">
                  <c:v>14.05</c:v>
                </c:pt>
                <c:pt idx="28">
                  <c:v>11.52</c:v>
                </c:pt>
                <c:pt idx="29">
                  <c:v>8.36</c:v>
                </c:pt>
                <c:pt idx="30">
                  <c:v>9</c:v>
                </c:pt>
                <c:pt idx="31">
                  <c:v>7.73</c:v>
                </c:pt>
                <c:pt idx="32">
                  <c:v>7.94</c:v>
                </c:pt>
                <c:pt idx="33">
                  <c:v>7.73</c:v>
                </c:pt>
                <c:pt idx="34">
                  <c:v>14.26</c:v>
                </c:pt>
                <c:pt idx="35">
                  <c:v>11.1</c:v>
                </c:pt>
                <c:pt idx="36">
                  <c:v>9.63</c:v>
                </c:pt>
                <c:pt idx="37">
                  <c:v>9</c:v>
                </c:pt>
                <c:pt idx="38">
                  <c:v>11.1</c:v>
                </c:pt>
                <c:pt idx="39">
                  <c:v>11.1</c:v>
                </c:pt>
                <c:pt idx="40">
                  <c:v>9.84</c:v>
                </c:pt>
                <c:pt idx="41">
                  <c:v>8.57</c:v>
                </c:pt>
                <c:pt idx="42">
                  <c:v>13.84</c:v>
                </c:pt>
                <c:pt idx="43">
                  <c:v>10.89</c:v>
                </c:pt>
                <c:pt idx="44">
                  <c:v>9</c:v>
                </c:pt>
                <c:pt idx="45">
                  <c:v>11.31</c:v>
                </c:pt>
                <c:pt idx="46">
                  <c:v>7.94</c:v>
                </c:pt>
                <c:pt idx="47">
                  <c:v>9</c:v>
                </c:pt>
                <c:pt idx="48">
                  <c:v>9</c:v>
                </c:pt>
                <c:pt idx="49">
                  <c:v>12.57</c:v>
                </c:pt>
                <c:pt idx="50">
                  <c:v>9.63</c:v>
                </c:pt>
                <c:pt idx="51">
                  <c:v>9.21</c:v>
                </c:pt>
                <c:pt idx="52">
                  <c:v>12.57</c:v>
                </c:pt>
                <c:pt idx="53">
                  <c:v>8.36</c:v>
                </c:pt>
                <c:pt idx="54">
                  <c:v>13.21</c:v>
                </c:pt>
                <c:pt idx="55">
                  <c:v>11.73</c:v>
                </c:pt>
                <c:pt idx="56">
                  <c:v>9.84</c:v>
                </c:pt>
                <c:pt idx="57">
                  <c:v>14.05</c:v>
                </c:pt>
                <c:pt idx="58">
                  <c:v>13.84</c:v>
                </c:pt>
                <c:pt idx="59">
                  <c:v>12.15</c:v>
                </c:pt>
                <c:pt idx="60">
                  <c:v>14.47</c:v>
                </c:pt>
                <c:pt idx="61">
                  <c:v>8.36</c:v>
                </c:pt>
                <c:pt idx="62">
                  <c:v>10.89</c:v>
                </c:pt>
                <c:pt idx="63">
                  <c:v>11.52</c:v>
                </c:pt>
                <c:pt idx="64">
                  <c:v>13.21</c:v>
                </c:pt>
                <c:pt idx="65">
                  <c:v>11.73</c:v>
                </c:pt>
                <c:pt idx="66">
                  <c:v>7.52</c:v>
                </c:pt>
                <c:pt idx="67">
                  <c:v>8.57</c:v>
                </c:pt>
                <c:pt idx="68">
                  <c:v>7.1</c:v>
                </c:pt>
                <c:pt idx="69">
                  <c:v>14.89</c:v>
                </c:pt>
                <c:pt idx="70">
                  <c:v>11.52</c:v>
                </c:pt>
                <c:pt idx="71">
                  <c:v>15.31</c:v>
                </c:pt>
                <c:pt idx="72">
                  <c:v>13.84</c:v>
                </c:pt>
                <c:pt idx="73">
                  <c:v>10.68</c:v>
                </c:pt>
                <c:pt idx="74">
                  <c:v>9.42</c:v>
                </c:pt>
                <c:pt idx="75">
                  <c:v>9.21</c:v>
                </c:pt>
                <c:pt idx="76">
                  <c:v>14.89</c:v>
                </c:pt>
                <c:pt idx="77">
                  <c:v>8.36</c:v>
                </c:pt>
                <c:pt idx="78">
                  <c:v>10.26</c:v>
                </c:pt>
                <c:pt idx="79">
                  <c:v>12.57</c:v>
                </c:pt>
                <c:pt idx="80">
                  <c:v>9.84</c:v>
                </c:pt>
                <c:pt idx="81">
                  <c:v>10.05</c:v>
                </c:pt>
                <c:pt idx="82">
                  <c:v>13.84</c:v>
                </c:pt>
                <c:pt idx="83">
                  <c:v>11.1</c:v>
                </c:pt>
                <c:pt idx="84">
                  <c:v>10.89</c:v>
                </c:pt>
                <c:pt idx="85">
                  <c:v>10.05</c:v>
                </c:pt>
                <c:pt idx="86">
                  <c:v>10.68</c:v>
                </c:pt>
                <c:pt idx="87">
                  <c:v>7.73</c:v>
                </c:pt>
                <c:pt idx="88">
                  <c:v>11.1</c:v>
                </c:pt>
                <c:pt idx="89">
                  <c:v>11.31</c:v>
                </c:pt>
                <c:pt idx="90">
                  <c:v>8.79</c:v>
                </c:pt>
                <c:pt idx="91">
                  <c:v>10.68</c:v>
                </c:pt>
                <c:pt idx="92">
                  <c:v>9.63</c:v>
                </c:pt>
                <c:pt idx="93">
                  <c:v>13.42</c:v>
                </c:pt>
                <c:pt idx="94">
                  <c:v>13.63</c:v>
                </c:pt>
                <c:pt idx="95">
                  <c:v>9.84</c:v>
                </c:pt>
                <c:pt idx="96">
                  <c:v>11.73</c:v>
                </c:pt>
                <c:pt idx="97">
                  <c:v>7.94</c:v>
                </c:pt>
                <c:pt idx="98">
                  <c:v>10.89</c:v>
                </c:pt>
                <c:pt idx="99">
                  <c:v>14.47</c:v>
                </c:pt>
                <c:pt idx="100">
                  <c:v>10.05</c:v>
                </c:pt>
                <c:pt idx="101">
                  <c:v>7.1</c:v>
                </c:pt>
                <c:pt idx="102">
                  <c:v>11.52</c:v>
                </c:pt>
                <c:pt idx="103">
                  <c:v>14.47</c:v>
                </c:pt>
                <c:pt idx="104">
                  <c:v>10.68</c:v>
                </c:pt>
                <c:pt idx="105">
                  <c:v>10.05</c:v>
                </c:pt>
                <c:pt idx="106">
                  <c:v>14.68</c:v>
                </c:pt>
                <c:pt idx="107">
                  <c:v>10.05</c:v>
                </c:pt>
                <c:pt idx="108">
                  <c:v>9.42</c:v>
                </c:pt>
                <c:pt idx="109">
                  <c:v>11.52</c:v>
                </c:pt>
                <c:pt idx="110">
                  <c:v>15.52</c:v>
                </c:pt>
                <c:pt idx="111">
                  <c:v>11.94</c:v>
                </c:pt>
                <c:pt idx="112">
                  <c:v>13.21</c:v>
                </c:pt>
                <c:pt idx="113">
                  <c:v>6.47</c:v>
                </c:pt>
                <c:pt idx="114">
                  <c:v>10.68</c:v>
                </c:pt>
                <c:pt idx="115">
                  <c:v>14.89</c:v>
                </c:pt>
                <c:pt idx="116">
                  <c:v>13.63</c:v>
                </c:pt>
                <c:pt idx="117">
                  <c:v>10.05</c:v>
                </c:pt>
                <c:pt idx="118">
                  <c:v>9</c:v>
                </c:pt>
                <c:pt idx="119">
                  <c:v>6.89</c:v>
                </c:pt>
                <c:pt idx="120">
                  <c:v>13.42</c:v>
                </c:pt>
                <c:pt idx="121">
                  <c:v>13.84</c:v>
                </c:pt>
                <c:pt idx="122">
                  <c:v>9.84</c:v>
                </c:pt>
                <c:pt idx="123">
                  <c:v>12.57</c:v>
                </c:pt>
                <c:pt idx="124">
                  <c:v>13.63</c:v>
                </c:pt>
                <c:pt idx="125">
                  <c:v>7.73</c:v>
                </c:pt>
                <c:pt idx="126">
                  <c:v>7.73</c:v>
                </c:pt>
                <c:pt idx="127">
                  <c:v>14.68</c:v>
                </c:pt>
                <c:pt idx="128">
                  <c:v>11.1</c:v>
                </c:pt>
                <c:pt idx="129">
                  <c:v>12.36</c:v>
                </c:pt>
                <c:pt idx="130">
                  <c:v>9.63</c:v>
                </c:pt>
                <c:pt idx="131">
                  <c:v>11.31</c:v>
                </c:pt>
                <c:pt idx="132">
                  <c:v>9.42</c:v>
                </c:pt>
                <c:pt idx="133">
                  <c:v>13.84</c:v>
                </c:pt>
                <c:pt idx="134">
                  <c:v>11.73</c:v>
                </c:pt>
                <c:pt idx="135">
                  <c:v>13</c:v>
                </c:pt>
                <c:pt idx="136">
                  <c:v>14.89</c:v>
                </c:pt>
                <c:pt idx="137">
                  <c:v>7.31</c:v>
                </c:pt>
                <c:pt idx="138">
                  <c:v>14.89</c:v>
                </c:pt>
                <c:pt idx="139">
                  <c:v>10.05</c:v>
                </c:pt>
                <c:pt idx="140">
                  <c:v>11.31</c:v>
                </c:pt>
                <c:pt idx="141">
                  <c:v>8.57</c:v>
                </c:pt>
                <c:pt idx="142">
                  <c:v>7.94</c:v>
                </c:pt>
                <c:pt idx="143">
                  <c:v>7.31</c:v>
                </c:pt>
                <c:pt idx="144">
                  <c:v>12.57</c:v>
                </c:pt>
                <c:pt idx="145">
                  <c:v>12.15</c:v>
                </c:pt>
                <c:pt idx="146">
                  <c:v>10.26</c:v>
                </c:pt>
                <c:pt idx="147">
                  <c:v>10.05</c:v>
                </c:pt>
                <c:pt idx="148">
                  <c:v>10.26</c:v>
                </c:pt>
                <c:pt idx="149">
                  <c:v>11.1</c:v>
                </c:pt>
                <c:pt idx="150">
                  <c:v>7.31</c:v>
                </c:pt>
                <c:pt idx="151">
                  <c:v>10.89</c:v>
                </c:pt>
                <c:pt idx="152">
                  <c:v>9.84</c:v>
                </c:pt>
                <c:pt idx="153">
                  <c:v>15.31</c:v>
                </c:pt>
                <c:pt idx="154">
                  <c:v>10.05</c:v>
                </c:pt>
                <c:pt idx="155">
                  <c:v>12.57</c:v>
                </c:pt>
                <c:pt idx="156">
                  <c:v>7.1</c:v>
                </c:pt>
                <c:pt idx="157">
                  <c:v>12.15</c:v>
                </c:pt>
                <c:pt idx="158">
                  <c:v>14.26</c:v>
                </c:pt>
                <c:pt idx="159">
                  <c:v>9.84</c:v>
                </c:pt>
                <c:pt idx="160">
                  <c:v>8.57</c:v>
                </c:pt>
                <c:pt idx="161">
                  <c:v>11.73</c:v>
                </c:pt>
                <c:pt idx="162">
                  <c:v>10.89</c:v>
                </c:pt>
                <c:pt idx="163">
                  <c:v>13</c:v>
                </c:pt>
                <c:pt idx="164">
                  <c:v>9</c:v>
                </c:pt>
                <c:pt idx="165">
                  <c:v>9.42</c:v>
                </c:pt>
                <c:pt idx="166">
                  <c:v>10.68</c:v>
                </c:pt>
                <c:pt idx="167">
                  <c:v>13.84</c:v>
                </c:pt>
                <c:pt idx="168">
                  <c:v>13.84</c:v>
                </c:pt>
                <c:pt idx="169">
                  <c:v>8.79</c:v>
                </c:pt>
                <c:pt idx="170">
                  <c:v>14.68</c:v>
                </c:pt>
                <c:pt idx="171">
                  <c:v>10.05</c:v>
                </c:pt>
                <c:pt idx="172">
                  <c:v>9.63</c:v>
                </c:pt>
                <c:pt idx="173">
                  <c:v>9.42</c:v>
                </c:pt>
                <c:pt idx="174">
                  <c:v>13.63</c:v>
                </c:pt>
                <c:pt idx="175">
                  <c:v>12.57</c:v>
                </c:pt>
                <c:pt idx="176">
                  <c:v>10.89</c:v>
                </c:pt>
                <c:pt idx="177">
                  <c:v>10.68</c:v>
                </c:pt>
                <c:pt idx="178">
                  <c:v>9.63</c:v>
                </c:pt>
                <c:pt idx="179">
                  <c:v>12.15</c:v>
                </c:pt>
                <c:pt idx="180">
                  <c:v>14.05</c:v>
                </c:pt>
                <c:pt idx="181">
                  <c:v>11.31</c:v>
                </c:pt>
                <c:pt idx="182">
                  <c:v>9</c:v>
                </c:pt>
                <c:pt idx="183">
                  <c:v>8.79</c:v>
                </c:pt>
                <c:pt idx="184">
                  <c:v>12.36</c:v>
                </c:pt>
                <c:pt idx="185">
                  <c:v>10.89</c:v>
                </c:pt>
                <c:pt idx="186">
                  <c:v>9.42</c:v>
                </c:pt>
                <c:pt idx="187">
                  <c:v>12.15</c:v>
                </c:pt>
                <c:pt idx="188">
                  <c:v>13.63</c:v>
                </c:pt>
                <c:pt idx="189">
                  <c:v>10.68</c:v>
                </c:pt>
                <c:pt idx="190">
                  <c:v>14.26</c:v>
                </c:pt>
                <c:pt idx="191">
                  <c:v>14.05</c:v>
                </c:pt>
                <c:pt idx="192">
                  <c:v>10.68</c:v>
                </c:pt>
                <c:pt idx="193">
                  <c:v>13</c:v>
                </c:pt>
                <c:pt idx="194">
                  <c:v>8.15</c:v>
                </c:pt>
                <c:pt idx="195">
                  <c:v>16.15</c:v>
                </c:pt>
                <c:pt idx="196">
                  <c:v>13.84</c:v>
                </c:pt>
                <c:pt idx="197">
                  <c:v>14.26</c:v>
                </c:pt>
                <c:pt idx="198">
                  <c:v>10.05</c:v>
                </c:pt>
                <c:pt idx="199">
                  <c:v>8.79</c:v>
                </c:pt>
                <c:pt idx="200">
                  <c:v>15.52</c:v>
                </c:pt>
                <c:pt idx="201">
                  <c:v>10.05</c:v>
                </c:pt>
                <c:pt idx="202">
                  <c:v>13.84</c:v>
                </c:pt>
                <c:pt idx="203">
                  <c:v>15.1</c:v>
                </c:pt>
                <c:pt idx="204">
                  <c:v>12.78</c:v>
                </c:pt>
                <c:pt idx="205">
                  <c:v>15.94</c:v>
                </c:pt>
                <c:pt idx="206">
                  <c:v>11.31</c:v>
                </c:pt>
                <c:pt idx="207">
                  <c:v>15.1</c:v>
                </c:pt>
                <c:pt idx="208">
                  <c:v>10.89</c:v>
                </c:pt>
                <c:pt idx="209">
                  <c:v>10.47</c:v>
                </c:pt>
                <c:pt idx="210">
                  <c:v>12.15</c:v>
                </c:pt>
                <c:pt idx="211">
                  <c:v>13.21</c:v>
                </c:pt>
                <c:pt idx="212">
                  <c:v>16.36</c:v>
                </c:pt>
                <c:pt idx="213">
                  <c:v>13.63</c:v>
                </c:pt>
                <c:pt idx="214">
                  <c:v>9.84</c:v>
                </c:pt>
                <c:pt idx="215">
                  <c:v>7.31</c:v>
                </c:pt>
                <c:pt idx="216">
                  <c:v>9.42</c:v>
                </c:pt>
                <c:pt idx="217">
                  <c:v>14.05</c:v>
                </c:pt>
                <c:pt idx="218">
                  <c:v>14.68</c:v>
                </c:pt>
                <c:pt idx="219">
                  <c:v>10.05</c:v>
                </c:pt>
                <c:pt idx="220">
                  <c:v>11.31</c:v>
                </c:pt>
                <c:pt idx="221">
                  <c:v>13.42</c:v>
                </c:pt>
                <c:pt idx="222">
                  <c:v>9.84</c:v>
                </c:pt>
                <c:pt idx="223">
                  <c:v>9.63</c:v>
                </c:pt>
                <c:pt idx="224">
                  <c:v>11.94</c:v>
                </c:pt>
                <c:pt idx="225">
                  <c:v>7.94</c:v>
                </c:pt>
                <c:pt idx="226">
                  <c:v>7.31</c:v>
                </c:pt>
                <c:pt idx="227">
                  <c:v>14.26</c:v>
                </c:pt>
                <c:pt idx="228">
                  <c:v>12.36</c:v>
                </c:pt>
                <c:pt idx="229">
                  <c:v>13.21</c:v>
                </c:pt>
                <c:pt idx="230">
                  <c:v>9.63</c:v>
                </c:pt>
                <c:pt idx="231">
                  <c:v>14.89</c:v>
                </c:pt>
                <c:pt idx="232">
                  <c:v>11.1</c:v>
                </c:pt>
                <c:pt idx="233">
                  <c:v>10.89</c:v>
                </c:pt>
                <c:pt idx="234">
                  <c:v>9.84</c:v>
                </c:pt>
                <c:pt idx="235">
                  <c:v>10.89</c:v>
                </c:pt>
                <c:pt idx="236">
                  <c:v>8.57</c:v>
                </c:pt>
                <c:pt idx="237">
                  <c:v>8.36</c:v>
                </c:pt>
                <c:pt idx="238">
                  <c:v>13.21</c:v>
                </c:pt>
                <c:pt idx="239">
                  <c:v>11.1</c:v>
                </c:pt>
                <c:pt idx="240">
                  <c:v>9.21</c:v>
                </c:pt>
                <c:pt idx="241">
                  <c:v>10.68</c:v>
                </c:pt>
                <c:pt idx="242">
                  <c:v>15.73</c:v>
                </c:pt>
                <c:pt idx="243">
                  <c:v>11.31</c:v>
                </c:pt>
                <c:pt idx="244">
                  <c:v>13.21</c:v>
                </c:pt>
                <c:pt idx="245">
                  <c:v>8.57</c:v>
                </c:pt>
                <c:pt idx="246">
                  <c:v>15.73</c:v>
                </c:pt>
                <c:pt idx="247">
                  <c:v>9.42</c:v>
                </c:pt>
                <c:pt idx="248">
                  <c:v>14.26</c:v>
                </c:pt>
                <c:pt idx="249">
                  <c:v>13.84</c:v>
                </c:pt>
                <c:pt idx="250">
                  <c:v>10.26</c:v>
                </c:pt>
                <c:pt idx="251">
                  <c:v>15.1</c:v>
                </c:pt>
                <c:pt idx="252">
                  <c:v>14.26</c:v>
                </c:pt>
                <c:pt idx="253">
                  <c:v>16.15</c:v>
                </c:pt>
                <c:pt idx="254">
                  <c:v>9.42</c:v>
                </c:pt>
                <c:pt idx="255">
                  <c:v>10.89</c:v>
                </c:pt>
                <c:pt idx="256">
                  <c:v>11.73</c:v>
                </c:pt>
                <c:pt idx="257">
                  <c:v>8.79</c:v>
                </c:pt>
                <c:pt idx="258">
                  <c:v>11.52</c:v>
                </c:pt>
                <c:pt idx="259">
                  <c:v>14.26</c:v>
                </c:pt>
                <c:pt idx="260">
                  <c:v>13.63</c:v>
                </c:pt>
                <c:pt idx="261">
                  <c:v>14.47</c:v>
                </c:pt>
                <c:pt idx="262">
                  <c:v>14.47</c:v>
                </c:pt>
                <c:pt idx="263">
                  <c:v>10.47</c:v>
                </c:pt>
                <c:pt idx="264">
                  <c:v>10.05</c:v>
                </c:pt>
                <c:pt idx="265">
                  <c:v>9.63</c:v>
                </c:pt>
                <c:pt idx="266">
                  <c:v>10.05</c:v>
                </c:pt>
                <c:pt idx="267">
                  <c:v>12.36</c:v>
                </c:pt>
                <c:pt idx="268">
                  <c:v>14.47</c:v>
                </c:pt>
                <c:pt idx="269">
                  <c:v>15.52</c:v>
                </c:pt>
                <c:pt idx="270">
                  <c:v>8.79</c:v>
                </c:pt>
                <c:pt idx="271">
                  <c:v>15.31</c:v>
                </c:pt>
                <c:pt idx="272">
                  <c:v>13.42</c:v>
                </c:pt>
                <c:pt idx="273">
                  <c:v>15.52</c:v>
                </c:pt>
                <c:pt idx="274">
                  <c:v>14.26</c:v>
                </c:pt>
                <c:pt idx="275">
                  <c:v>14.68</c:v>
                </c:pt>
                <c:pt idx="276">
                  <c:v>16.99</c:v>
                </c:pt>
                <c:pt idx="277">
                  <c:v>14.47</c:v>
                </c:pt>
                <c:pt idx="278">
                  <c:v>7.73</c:v>
                </c:pt>
                <c:pt idx="279">
                  <c:v>9.84</c:v>
                </c:pt>
                <c:pt idx="280">
                  <c:v>11.31</c:v>
                </c:pt>
                <c:pt idx="281">
                  <c:v>14.05</c:v>
                </c:pt>
                <c:pt idx="282">
                  <c:v>10.05</c:v>
                </c:pt>
                <c:pt idx="283">
                  <c:v>8.36</c:v>
                </c:pt>
                <c:pt idx="284">
                  <c:v>10.68</c:v>
                </c:pt>
                <c:pt idx="285">
                  <c:v>10.05</c:v>
                </c:pt>
                <c:pt idx="286">
                  <c:v>14.68</c:v>
                </c:pt>
                <c:pt idx="287">
                  <c:v>11.73</c:v>
                </c:pt>
                <c:pt idx="288">
                  <c:v>13.21</c:v>
                </c:pt>
                <c:pt idx="289">
                  <c:v>12.15</c:v>
                </c:pt>
                <c:pt idx="290">
                  <c:v>13.21</c:v>
                </c:pt>
                <c:pt idx="291">
                  <c:v>13.63</c:v>
                </c:pt>
                <c:pt idx="292">
                  <c:v>12.78</c:v>
                </c:pt>
                <c:pt idx="293">
                  <c:v>16.15</c:v>
                </c:pt>
                <c:pt idx="294">
                  <c:v>15.73</c:v>
                </c:pt>
                <c:pt idx="295">
                  <c:v>17.21</c:v>
                </c:pt>
                <c:pt idx="296">
                  <c:v>11.52</c:v>
                </c:pt>
                <c:pt idx="297">
                  <c:v>12.15</c:v>
                </c:pt>
                <c:pt idx="298">
                  <c:v>15.52</c:v>
                </c:pt>
                <c:pt idx="299">
                  <c:v>14.26</c:v>
                </c:pt>
                <c:pt idx="300">
                  <c:v>13.84</c:v>
                </c:pt>
                <c:pt idx="301">
                  <c:v>9.63</c:v>
                </c:pt>
                <c:pt idx="302">
                  <c:v>15.94</c:v>
                </c:pt>
                <c:pt idx="303">
                  <c:v>15.94</c:v>
                </c:pt>
                <c:pt idx="304">
                  <c:v>17.42</c:v>
                </c:pt>
                <c:pt idx="305">
                  <c:v>8.36</c:v>
                </c:pt>
                <c:pt idx="306">
                  <c:v>10.68</c:v>
                </c:pt>
                <c:pt idx="307">
                  <c:v>13.63</c:v>
                </c:pt>
                <c:pt idx="308">
                  <c:v>9.84</c:v>
                </c:pt>
                <c:pt idx="309">
                  <c:v>12.15</c:v>
                </c:pt>
                <c:pt idx="310">
                  <c:v>9.42</c:v>
                </c:pt>
                <c:pt idx="311">
                  <c:v>10.89</c:v>
                </c:pt>
                <c:pt idx="312">
                  <c:v>10.47</c:v>
                </c:pt>
                <c:pt idx="313">
                  <c:v>14.47</c:v>
                </c:pt>
                <c:pt idx="314">
                  <c:v>16.15</c:v>
                </c:pt>
                <c:pt idx="315">
                  <c:v>15.31</c:v>
                </c:pt>
                <c:pt idx="316">
                  <c:v>11.52</c:v>
                </c:pt>
                <c:pt idx="317">
                  <c:v>12.57</c:v>
                </c:pt>
                <c:pt idx="318">
                  <c:v>15.94</c:v>
                </c:pt>
                <c:pt idx="319">
                  <c:v>10.26</c:v>
                </c:pt>
                <c:pt idx="320">
                  <c:v>13.21</c:v>
                </c:pt>
                <c:pt idx="321">
                  <c:v>14.89</c:v>
                </c:pt>
                <c:pt idx="322">
                  <c:v>14.89</c:v>
                </c:pt>
                <c:pt idx="323">
                  <c:v>9.63</c:v>
                </c:pt>
                <c:pt idx="324">
                  <c:v>14.47</c:v>
                </c:pt>
                <c:pt idx="325">
                  <c:v>10.05</c:v>
                </c:pt>
                <c:pt idx="326">
                  <c:v>14.47</c:v>
                </c:pt>
                <c:pt idx="327">
                  <c:v>14.05</c:v>
                </c:pt>
                <c:pt idx="328">
                  <c:v>9.21</c:v>
                </c:pt>
                <c:pt idx="329">
                  <c:v>14.26</c:v>
                </c:pt>
                <c:pt idx="330">
                  <c:v>16.78</c:v>
                </c:pt>
                <c:pt idx="331">
                  <c:v>12.78</c:v>
                </c:pt>
                <c:pt idx="332">
                  <c:v>10.89</c:v>
                </c:pt>
                <c:pt idx="333">
                  <c:v>14.26</c:v>
                </c:pt>
                <c:pt idx="334">
                  <c:v>14.89</c:v>
                </c:pt>
                <c:pt idx="335">
                  <c:v>10.26</c:v>
                </c:pt>
                <c:pt idx="336">
                  <c:v>16.57</c:v>
                </c:pt>
                <c:pt idx="337">
                  <c:v>10.05</c:v>
                </c:pt>
                <c:pt idx="338">
                  <c:v>9.42</c:v>
                </c:pt>
                <c:pt idx="339">
                  <c:v>10.26</c:v>
                </c:pt>
                <c:pt idx="340">
                  <c:v>11.94</c:v>
                </c:pt>
                <c:pt idx="341">
                  <c:v>16.57</c:v>
                </c:pt>
                <c:pt idx="342">
                  <c:v>10.05</c:v>
                </c:pt>
                <c:pt idx="343">
                  <c:v>16.57</c:v>
                </c:pt>
                <c:pt idx="344">
                  <c:v>15.31</c:v>
                </c:pt>
                <c:pt idx="345">
                  <c:v>13.63</c:v>
                </c:pt>
                <c:pt idx="346">
                  <c:v>15.94</c:v>
                </c:pt>
                <c:pt idx="347">
                  <c:v>12.15</c:v>
                </c:pt>
                <c:pt idx="348">
                  <c:v>11.94</c:v>
                </c:pt>
                <c:pt idx="349">
                  <c:v>17.63</c:v>
                </c:pt>
                <c:pt idx="350">
                  <c:v>10.89</c:v>
                </c:pt>
                <c:pt idx="351">
                  <c:v>13.84</c:v>
                </c:pt>
                <c:pt idx="352">
                  <c:v>14.68</c:v>
                </c:pt>
                <c:pt idx="353">
                  <c:v>10.68</c:v>
                </c:pt>
                <c:pt idx="354">
                  <c:v>15.52</c:v>
                </c:pt>
                <c:pt idx="355">
                  <c:v>17.84</c:v>
                </c:pt>
                <c:pt idx="356">
                  <c:v>12.57</c:v>
                </c:pt>
                <c:pt idx="357">
                  <c:v>15.73</c:v>
                </c:pt>
                <c:pt idx="358">
                  <c:v>15.73</c:v>
                </c:pt>
                <c:pt idx="359">
                  <c:v>9.42</c:v>
                </c:pt>
                <c:pt idx="360">
                  <c:v>13.21</c:v>
                </c:pt>
                <c:pt idx="361">
                  <c:v>16.99</c:v>
                </c:pt>
                <c:pt idx="362">
                  <c:v>11.73</c:v>
                </c:pt>
                <c:pt idx="363">
                  <c:v>10.26</c:v>
                </c:pt>
                <c:pt idx="364">
                  <c:v>15.1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0222B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3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3"/>
                    </a:solidFill>
                    <a:latin typeface="Arial"/>
                  </a:rPr>
                  <a:t>Ad clicks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DE6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B73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B73"/>
                    </a:solidFill>
                    <a:latin typeface="Arial"/>
                  </a:rPr>
                  <a:t>Conversions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022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2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22B"/>
                </a:solidFill>
                <a:latin typeface="+mn-lt"/>
              </a:rPr>
              <a:t>Monthly conversions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rgbClr val="03989E"/>
            </a:solidFill>
            <a:ln w="38100" cap="flat">
              <a:solidFill>
                <a:srgbClr val="0398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22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3989E"/>
              </a:solidFill>
              <a:ln w="9525" cap="flat">
                <a:solidFill>
                  <a:srgbClr val="0398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334</c:v>
                </c:pt>
                <c:pt idx="1">
                  <c:v>298</c:v>
                </c:pt>
                <c:pt idx="2">
                  <c:v>347</c:v>
                </c:pt>
                <c:pt idx="3">
                  <c:v>334</c:v>
                </c:pt>
                <c:pt idx="4">
                  <c:v>341</c:v>
                </c:pt>
                <c:pt idx="5">
                  <c:v>343</c:v>
                </c:pt>
                <c:pt idx="6">
                  <c:v>375</c:v>
                </c:pt>
                <c:pt idx="7">
                  <c:v>349</c:v>
                </c:pt>
                <c:pt idx="8">
                  <c:v>377</c:v>
                </c:pt>
                <c:pt idx="9">
                  <c:v>405</c:v>
                </c:pt>
                <c:pt idx="10">
                  <c:v>370</c:v>
                </c:pt>
                <c:pt idx="11">
                  <c:v>413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AdWords</c:v>
                </c:pt>
              </c:strCache>
            </c:strRef>
          </c:tx>
          <c:spPr>
            <a:solidFill>
              <a:srgbClr val="A62372"/>
            </a:solidFill>
            <a:ln w="38100" cap="flat">
              <a:solidFill>
                <a:srgbClr val="A623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22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62372"/>
              </a:solidFill>
              <a:ln w="9525" cap="flat">
                <a:solidFill>
                  <a:srgbClr val="A623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179</c:v>
                </c:pt>
                <c:pt idx="1">
                  <c:v>170</c:v>
                </c:pt>
                <c:pt idx="2">
                  <c:v>178</c:v>
                </c:pt>
                <c:pt idx="3">
                  <c:v>189</c:v>
                </c:pt>
                <c:pt idx="4">
                  <c:v>179</c:v>
                </c:pt>
                <c:pt idx="5">
                  <c:v>187</c:v>
                </c:pt>
                <c:pt idx="6">
                  <c:v>196</c:v>
                </c:pt>
                <c:pt idx="7">
                  <c:v>183</c:v>
                </c:pt>
                <c:pt idx="8">
                  <c:v>187</c:v>
                </c:pt>
                <c:pt idx="9">
                  <c:v>184</c:v>
                </c:pt>
                <c:pt idx="10">
                  <c:v>177</c:v>
                </c:pt>
                <c:pt idx="11">
                  <c:v>174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222B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D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022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2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22B"/>
                </a:solidFill>
                <a:latin typeface="+mn-lt"/>
              </a:rPr>
              <a:t>Cost per conversion ($)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rgbClr val="03989E"/>
            </a:solidFill>
            <a:ln w="38100" cap="flat">
              <a:solidFill>
                <a:srgbClr val="0398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22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3989E"/>
              </a:solidFill>
              <a:ln w="9525" cap="flat">
                <a:solidFill>
                  <a:srgbClr val="0398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7.77</c:v>
                </c:pt>
                <c:pt idx="1">
                  <c:v>8.38</c:v>
                </c:pt>
                <c:pt idx="2">
                  <c:v>8.37</c:v>
                </c:pt>
                <c:pt idx="3">
                  <c:v>7.83</c:v>
                </c:pt>
                <c:pt idx="4">
                  <c:v>7.14</c:v>
                </c:pt>
                <c:pt idx="5">
                  <c:v>7.52</c:v>
                </c:pt>
                <c:pt idx="6">
                  <c:v>7.18</c:v>
                </c:pt>
                <c:pt idx="7">
                  <c:v>7.14</c:v>
                </c:pt>
                <c:pt idx="8">
                  <c:v>7.11</c:v>
                </c:pt>
                <c:pt idx="9">
                  <c:v>7.33</c:v>
                </c:pt>
                <c:pt idx="10">
                  <c:v>6.88</c:v>
                </c:pt>
                <c:pt idx="11">
                  <c:v>7.34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AdWords</c:v>
                </c:pt>
              </c:strCache>
            </c:strRef>
          </c:tx>
          <c:spPr>
            <a:solidFill>
              <a:srgbClr val="A62372"/>
            </a:solidFill>
            <a:ln w="38100" cap="flat">
              <a:solidFill>
                <a:srgbClr val="A623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22B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62372"/>
              </a:solidFill>
              <a:ln w="9525" cap="flat">
                <a:solidFill>
                  <a:srgbClr val="A623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23.93</c:v>
                </c:pt>
                <c:pt idx="1">
                  <c:v>21.57</c:v>
                </c:pt>
                <c:pt idx="2">
                  <c:v>22.83</c:v>
                </c:pt>
                <c:pt idx="3">
                  <c:v>23.04</c:v>
                </c:pt>
                <c:pt idx="4">
                  <c:v>22.45</c:v>
                </c:pt>
                <c:pt idx="5">
                  <c:v>23.12</c:v>
                </c:pt>
                <c:pt idx="6">
                  <c:v>21.55</c:v>
                </c:pt>
                <c:pt idx="7">
                  <c:v>23.51</c:v>
                </c:pt>
                <c:pt idx="8">
                  <c:v>22.27</c:v>
                </c:pt>
                <c:pt idx="9">
                  <c:v>21.74</c:v>
                </c:pt>
                <c:pt idx="10">
                  <c:v>22.81</c:v>
                </c:pt>
                <c:pt idx="11">
                  <c:v>21.99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222B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D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022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5836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Facebook vs AdWords  |  A/B Testing Analysis  |  2019 campaigns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Facebook vs AdWords  |  A/B Testing Analysis  |  2019 campaigns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Facebook vs AdWords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Which ad platform delivers more conversions at a lower cost? A full year of daily campaign data (2019).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5"/>
                </a:solidFill>
              </a:rPr>
              <a:t>A/B TESTING ANALYSIS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3566160" cy="3566160"/>
          </a:xfrm>
          <a:prstGeom prst="ellipse">
            <a:avLst/>
          </a:prstGeom>
          <a:solidFill>
            <a:schemeClr val="accent1">
              <a:alpha val="90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9235440" y="2286000"/>
            <a:ext cx="2743200" cy="2743200"/>
          </a:xfrm>
          <a:prstGeom prst="ellipse">
            <a:avLst/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0" y="3108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Facebook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0" y="3337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AdWords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Presented by Mrutyunjay  |  Data Analytics Portfolio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Agenda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What we will cover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8483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830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Problem Statement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3520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08483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17830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Research Question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38160" y="1783080"/>
            <a:ext cx="3520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8366760" y="208483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6676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7830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Data Overview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3520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54787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2461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Methodology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343400" y="3246120"/>
            <a:ext cx="3520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354787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32461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Analysis &amp; Findings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138160" y="3246120"/>
            <a:ext cx="3520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354787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6676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189720" y="32461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Hypothesis Testing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3520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" y="501091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5010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470916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Regression Analysis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343400" y="4709160"/>
            <a:ext cx="3520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5010912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72000" y="5010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5394960" y="470916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Time Series Analysis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8138160" y="4709160"/>
            <a:ext cx="3520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37" name="Shape 35"/>
          <p:cNvSpPr/>
          <p:nvPr/>
        </p:nvSpPr>
        <p:spPr>
          <a:xfrm>
            <a:off x="8366760" y="501091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366760" y="5010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9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9189720" y="470916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Where should our clients' next advertising dollar go?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As a marketing agency, our goal is to maximize the return on investment of our clients’ advertising.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5661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In 2019 we ran two campaigns, one on Facebook and one on AdWords. To allocate budget efficiently, we need to know which platform yields better results and where resources should go.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537960" y="21031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Clicks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24414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Which platform attracts more traffic?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329184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36118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3796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3520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Conversions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395020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Which platform turns clicks into results?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4800600"/>
            <a:ext cx="53035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18" name="Shape 16"/>
          <p:cNvSpPr/>
          <p:nvPr/>
        </p:nvSpPr>
        <p:spPr>
          <a:xfrm>
            <a:off x="6537960" y="5120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5120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5029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Cost-effectiveness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54589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Which platform delivers more per dollar spent?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Research Question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One question, three yardsticks: clicks, conversions and cost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10332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ad platform is more effective in terms of conversions, clicks, and overall cost-effectiveness?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5074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 Facebook ads convert more often than AdWords ads?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416052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0" y="43891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5074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 more clicks really lead to more conversions?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416052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43891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5074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do conversions and cost per conversion change over time?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Data Overview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Daily performance of both campaigns, 1 Jan to 31 Dec 2019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days of campaign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11880" y="19202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raw columns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206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missing values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83280" y="3337560"/>
            <a:ext cx="26517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11880" y="34747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4206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platforms compared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0292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Prep: dates parsed; $ and % symbols stripped. Each row holds one day: views, clicks, conversions, daily spend, CTR, conversion rate and cost per click.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83080"/>
          <a:ext cx="52120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Totals, 2019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98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AdWords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237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views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795,586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1,721,777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clicks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22,040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4,286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$32,040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$49,266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conversions / day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02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6400800" y="5257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Source: marketing_campaign.csv, 365 rows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Methodology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From raw daily data to a platform decision in five steps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011680" cy="3383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Prepare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 365 daily rows, parse dates, convert $ and % fields to numbers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11780" y="1783080"/>
            <a:ext cx="2011680" cy="3383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3040380" y="20116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04038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04038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Explore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40380" y="333756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distributions, conversion-day buckets and click–conversion correlation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74920" y="1783080"/>
            <a:ext cx="2011680" cy="3383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0" y="2011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0352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Test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33756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Welch t-test, one-tailed: Facebook &gt; AdWords conversions, α = 0.05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38060" y="1783080"/>
            <a:ext cx="2011680" cy="3383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7566660" y="201168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6666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6666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Model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566660" y="333756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Linear regression of conversions on clicks; judged by R² and MSE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0" y="1783080"/>
            <a:ext cx="2011680" cy="33832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9829800" y="20116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2980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82980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Trend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829800" y="3337560"/>
            <a:ext cx="1600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Monthly and weekday patterns, cost per conversion, cointegration test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Tools: Python  ·  pandas  ·  SciPy  ·  scikit-learn  ·  statsmodels  ·  seaborn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Analysis &amp; Findings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Facebook converts far better; AdWords brings more clicks but loses them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Conversion rate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26.7%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3317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Facebook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96596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AdWords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783080"/>
            <a:ext cx="27432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Click-through rate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331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2.02%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233172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1.28%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Facebook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880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AdWords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27432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Cost per click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069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$1.99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4069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$2.24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Facebook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AdWords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74720" y="3520440"/>
            <a:ext cx="274320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65760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Cost per conversion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4069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$7.48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4892040" y="406908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$22.57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Facebook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4617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AdWords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585216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530352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Clicks vs conversions: r = 0.87 on Facebook (strong), r = 0.45 on AdWords (moderate)</a:t>
            </a:r>
            <a:endParaRPr lang="en-US" sz="150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6675120" y="1783080"/>
          <a:ext cx="49377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Hypothesis Testing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Facebook's advantage is statistically decisive (Welch t-test, α = 0.05)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Null hypothesis (H0)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µ Facebook ≤ µ AdWords: no difference, or AdWords converts at least as much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521208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3337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Alternative hypothesis (H1)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49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µ Facebook &gt; µ AdWords: Facebook produces more conversions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21208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48006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32.88   |   p = 9.3e-134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349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 &lt; 0.05, so we reject H0: Facebook converts significantly more</a:t>
            </a:r>
            <a:endParaRPr lang="en-US" sz="16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035040" y="1783080"/>
          <a:ext cx="55778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6035040" y="5166360"/>
            <a:ext cx="557784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63640" y="51663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Nuance: AdWords gets more clicks per day (60.4 vs 44.0, p &lt; 0.001), but far fewer of them convert.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Regression Analysis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Every extra 5 clicks on Facebook adds roughly 1 conversion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8308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R²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76.35%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9738360" y="1783080"/>
            <a:ext cx="18745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921240" y="1874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MSE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921240" y="23317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2.02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680960" y="333756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909560" y="3474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Conversions ≈ 2.47 + 0.21 × Clicks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4069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Same model on AdWords: R² = 20.1%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80960" y="4754880"/>
            <a:ext cx="18745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863840" y="4846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50 clicks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5257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13.0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5715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conversions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738360" y="4754880"/>
            <a:ext cx="187452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921240" y="4846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80 clicks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921240" y="5257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19.3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9921240" y="5715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conversions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Time Series Analysis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Facebook is growing and cheap; AdWords is flat and expensive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54864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78308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983480"/>
            <a:ext cx="25603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85800" y="49834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Facebook +24% (Jan 334 to Dec 413); AdWords flat (p = 0.88)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383280" y="4983480"/>
            <a:ext cx="25603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3520440" y="49834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Facebook cheapest in Nov ($6.88), costliest in Feb ($8.38)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17920" y="4983480"/>
            <a:ext cx="25603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355080" y="49834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Weekdays steady: Tue–Wed peak, every day within ~4% of average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9052560" y="4983480"/>
            <a:ext cx="25603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9189720" y="498348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Cointegration p ≈ 2e-26, yet spend vs conversions r = −0.13: spend alone is not the lever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Recommendations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Move budget to Facebook, fix AdWords, then validate with a controlled test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Shift budget to Facebook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514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Twice the daily conversions (11.7 vs 6.0) at one-third the cost per conversion ($7.48 vs $22.57).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0574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Plan on clicks, with targets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514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The model gives about 0.21 conversions per click: 80 clicks should yield around 19 conversions.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Fix AdWords before funding it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4348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It wins on traffic (22K clicks) but only 9.9% convert. Audit keywords, landing pages and targeting, then re-test small.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tx2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39776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9319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Time the spend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4348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Facebook climbs into Q4 and holds steady all week. Track monthly cost per conversion and lean into low-cost months like Nov.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Next step: run a randomized budget-split test in 2020. In 2019 the platforms were not randomly assigned, so audience differences may play a part.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Testing">
  <a:themeElements>
    <a:clrScheme name="ABTesting">
      <a:dk1>
        <a:srgbClr val="10222B"/>
      </a:dk1>
      <a:lt1>
        <a:srgbClr val="FFFFFF"/>
      </a:lt1>
      <a:dk2>
        <a:srgbClr val="0B3A44"/>
      </a:dk2>
      <a:lt2>
        <a:srgbClr val="EEF5F6"/>
      </a:lt2>
      <a:accent1>
        <a:srgbClr val="03989E"/>
      </a:accent1>
      <a:accent2>
        <a:srgbClr val="A62372"/>
      </a:accent2>
      <a:accent3>
        <a:srgbClr val="F2A541"/>
      </a:accent3>
      <a:accent4>
        <a:srgbClr val="5B6B73"/>
      </a:accent4>
      <a:accent5>
        <a:srgbClr val="7FD1D4"/>
      </a:accent5>
      <a:accent6>
        <a:srgbClr val="D98BB5"/>
      </a:accent6>
      <a:hlink>
        <a:srgbClr val="03989E"/>
      </a:hlink>
      <a:folHlink>
        <a:srgbClr val="A62372"/>
      </a:folHlink>
    </a:clrScheme>
    <a:fontScheme name="ABTest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Facebook vs AdWords - A/B Testing Analysis</dc:title>
  <dc:subject>PptxGenJS Presentation</dc:subject>
  <dc:creator>PptxGenJS</dc:creator>
  <cp:lastModifiedBy>PptxGenJS</cp:lastModifiedBy>
  <cp:revision>1</cp:revision>
  <dcterms:created xsi:type="dcterms:W3CDTF">2026-10-07T05:14:16Z</dcterms:created>
  <dcterms:modified xsi:type="dcterms:W3CDTF">2026-10-07T05:14:16Z</dcterms:modified>
</cp:coreProperties>
</file>